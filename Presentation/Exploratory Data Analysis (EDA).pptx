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17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D4ED41F-6EAF-49FD-86A0-1F6250C131E7}" type="doc">
      <dgm:prSet loTypeId="urn:microsoft.com/office/officeart/2005/8/layout/StepDownProcess" loCatId="process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2EBABF00-4F64-4BF3-92FE-89A468BA2D70}">
      <dgm:prSet phldrT="[Text]" custT="1"/>
      <dgm:spPr/>
      <dgm:t>
        <a:bodyPr/>
        <a:lstStyle/>
        <a:p>
          <a:r>
            <a:rPr lang="en-US" sz="1600" dirty="0" smtClean="0"/>
            <a:t>Dataset</a:t>
          </a:r>
          <a:endParaRPr lang="en-IN" sz="1600" dirty="0"/>
        </a:p>
      </dgm:t>
    </dgm:pt>
    <dgm:pt modelId="{2FA7ED26-85C0-4CE2-83E6-C713BC05AD66}" type="parTrans" cxnId="{12AE81CF-06BD-4B86-80BE-F4A62F59C980}">
      <dgm:prSet/>
      <dgm:spPr/>
      <dgm:t>
        <a:bodyPr/>
        <a:lstStyle/>
        <a:p>
          <a:endParaRPr lang="en-IN"/>
        </a:p>
      </dgm:t>
    </dgm:pt>
    <dgm:pt modelId="{2D34B9F9-8E05-4B8D-AE3D-B97583840608}" type="sibTrans" cxnId="{12AE81CF-06BD-4B86-80BE-F4A62F59C980}">
      <dgm:prSet/>
      <dgm:spPr/>
      <dgm:t>
        <a:bodyPr/>
        <a:lstStyle/>
        <a:p>
          <a:endParaRPr lang="en-IN"/>
        </a:p>
      </dgm:t>
    </dgm:pt>
    <dgm:pt modelId="{4C707941-6EDB-47EC-82AA-C686EEC5FD39}">
      <dgm:prSet phldrT="[Text]" custT="1"/>
      <dgm:spPr/>
      <dgm:t>
        <a:bodyPr/>
        <a:lstStyle/>
        <a:p>
          <a:r>
            <a:rPr lang="en-US" sz="1600" dirty="0" smtClean="0"/>
            <a:t>Inspection</a:t>
          </a:r>
          <a:endParaRPr lang="en-IN" sz="1600" dirty="0"/>
        </a:p>
      </dgm:t>
    </dgm:pt>
    <dgm:pt modelId="{B27BB7CA-0450-479F-A0C9-69EE127455C8}" type="parTrans" cxnId="{53CC1D06-AE94-4233-89B6-3B8A9C1CD8E1}">
      <dgm:prSet/>
      <dgm:spPr/>
      <dgm:t>
        <a:bodyPr/>
        <a:lstStyle/>
        <a:p>
          <a:endParaRPr lang="en-IN"/>
        </a:p>
      </dgm:t>
    </dgm:pt>
    <dgm:pt modelId="{E85083E6-E39C-47A8-BB88-8E1C2D25F8E6}" type="sibTrans" cxnId="{53CC1D06-AE94-4233-89B6-3B8A9C1CD8E1}">
      <dgm:prSet/>
      <dgm:spPr/>
      <dgm:t>
        <a:bodyPr/>
        <a:lstStyle/>
        <a:p>
          <a:endParaRPr lang="en-IN"/>
        </a:p>
      </dgm:t>
    </dgm:pt>
    <dgm:pt modelId="{35B3C36B-B6A6-4286-8F27-65DFFCCE7728}">
      <dgm:prSet phldrT="[Text]" custT="1"/>
      <dgm:spPr/>
      <dgm:t>
        <a:bodyPr/>
        <a:lstStyle/>
        <a:p>
          <a:r>
            <a:rPr lang="en-US" sz="1600" dirty="0" smtClean="0"/>
            <a:t>Cleaning</a:t>
          </a:r>
        </a:p>
      </dgm:t>
    </dgm:pt>
    <dgm:pt modelId="{F3DE7391-8AF2-430D-A182-72574CB5AD57}" type="parTrans" cxnId="{B5E399F5-74EB-4C32-8C66-487BA4A2D383}">
      <dgm:prSet/>
      <dgm:spPr/>
      <dgm:t>
        <a:bodyPr/>
        <a:lstStyle/>
        <a:p>
          <a:endParaRPr lang="en-IN"/>
        </a:p>
      </dgm:t>
    </dgm:pt>
    <dgm:pt modelId="{036961AE-E445-4256-89DF-D61B6030A94A}" type="sibTrans" cxnId="{B5E399F5-74EB-4C32-8C66-487BA4A2D383}">
      <dgm:prSet/>
      <dgm:spPr/>
      <dgm:t>
        <a:bodyPr/>
        <a:lstStyle/>
        <a:p>
          <a:endParaRPr lang="en-IN"/>
        </a:p>
      </dgm:t>
    </dgm:pt>
    <dgm:pt modelId="{3059CF37-42F3-4604-9335-00A2B47A9ABA}">
      <dgm:prSet phldrT="[Text]" custT="1"/>
      <dgm:spPr/>
      <dgm:t>
        <a:bodyPr/>
        <a:lstStyle/>
        <a:p>
          <a:r>
            <a:rPr lang="en-US" sz="1600" dirty="0" smtClean="0"/>
            <a:t>Univariate</a:t>
          </a:r>
        </a:p>
      </dgm:t>
    </dgm:pt>
    <dgm:pt modelId="{D877BD58-034F-4677-AD54-4A9187662672}" type="parTrans" cxnId="{B7B5DA1F-9F98-4BA2-8D1B-27AA878B9364}">
      <dgm:prSet/>
      <dgm:spPr/>
      <dgm:t>
        <a:bodyPr/>
        <a:lstStyle/>
        <a:p>
          <a:endParaRPr lang="en-IN"/>
        </a:p>
      </dgm:t>
    </dgm:pt>
    <dgm:pt modelId="{665FC41D-5087-413B-BCBD-ACF4460C0507}" type="sibTrans" cxnId="{B7B5DA1F-9F98-4BA2-8D1B-27AA878B9364}">
      <dgm:prSet/>
      <dgm:spPr/>
      <dgm:t>
        <a:bodyPr/>
        <a:lstStyle/>
        <a:p>
          <a:endParaRPr lang="en-IN"/>
        </a:p>
      </dgm:t>
    </dgm:pt>
    <dgm:pt modelId="{0F8FF8A6-84B4-4C10-91ED-C2B800F844EB}">
      <dgm:prSet phldrT="[Text]" custT="1"/>
      <dgm:spPr/>
      <dgm:t>
        <a:bodyPr/>
        <a:lstStyle/>
        <a:p>
          <a:r>
            <a:rPr lang="en-US" sz="1600" dirty="0" smtClean="0"/>
            <a:t>Outlier</a:t>
          </a:r>
        </a:p>
      </dgm:t>
    </dgm:pt>
    <dgm:pt modelId="{5B36A184-A7DA-4660-BB15-8F3F2B59B415}" type="parTrans" cxnId="{F4DBB178-0EC6-403F-8806-586BB01CD494}">
      <dgm:prSet/>
      <dgm:spPr/>
      <dgm:t>
        <a:bodyPr/>
        <a:lstStyle/>
        <a:p>
          <a:endParaRPr lang="en-IN"/>
        </a:p>
      </dgm:t>
    </dgm:pt>
    <dgm:pt modelId="{EB7FE422-F17B-41AA-B38E-BD29BF83A0DD}" type="sibTrans" cxnId="{F4DBB178-0EC6-403F-8806-586BB01CD494}">
      <dgm:prSet/>
      <dgm:spPr/>
      <dgm:t>
        <a:bodyPr/>
        <a:lstStyle/>
        <a:p>
          <a:endParaRPr lang="en-IN"/>
        </a:p>
      </dgm:t>
    </dgm:pt>
    <dgm:pt modelId="{65FE50D0-C6F5-4C20-9494-C56154621963}">
      <dgm:prSet phldrT="[Text]" custT="1"/>
      <dgm:spPr/>
      <dgm:t>
        <a:bodyPr/>
        <a:lstStyle/>
        <a:p>
          <a:r>
            <a:rPr lang="en-US" sz="1600" dirty="0" smtClean="0"/>
            <a:t>Bivariate</a:t>
          </a:r>
        </a:p>
      </dgm:t>
    </dgm:pt>
    <dgm:pt modelId="{E14C4E8F-17B1-41AD-8461-FFA267E5C485}" type="parTrans" cxnId="{391BA17F-34D5-4054-9428-EC31B23EED3B}">
      <dgm:prSet/>
      <dgm:spPr/>
      <dgm:t>
        <a:bodyPr/>
        <a:lstStyle/>
        <a:p>
          <a:endParaRPr lang="en-IN"/>
        </a:p>
      </dgm:t>
    </dgm:pt>
    <dgm:pt modelId="{1DB0DA02-BAC3-412B-88B2-FF734EBDEE81}" type="sibTrans" cxnId="{391BA17F-34D5-4054-9428-EC31B23EED3B}">
      <dgm:prSet/>
      <dgm:spPr/>
      <dgm:t>
        <a:bodyPr/>
        <a:lstStyle/>
        <a:p>
          <a:endParaRPr lang="en-IN"/>
        </a:p>
      </dgm:t>
    </dgm:pt>
    <dgm:pt modelId="{C30ADC1A-8968-4B1F-8C39-987E1FF77B45}">
      <dgm:prSet phldrT="[Text]" custT="1"/>
      <dgm:spPr/>
      <dgm:t>
        <a:bodyPr/>
        <a:lstStyle/>
        <a:p>
          <a:r>
            <a:rPr lang="en-US" sz="1600" dirty="0" smtClean="0"/>
            <a:t>Correlation</a:t>
          </a:r>
        </a:p>
      </dgm:t>
    </dgm:pt>
    <dgm:pt modelId="{95A905F0-5EA5-4C33-A8CE-66ABC89DB0C3}" type="parTrans" cxnId="{87A736E8-2FC1-4AB1-8F3D-85015F20726D}">
      <dgm:prSet/>
      <dgm:spPr/>
      <dgm:t>
        <a:bodyPr/>
        <a:lstStyle/>
        <a:p>
          <a:endParaRPr lang="en-IN"/>
        </a:p>
      </dgm:t>
    </dgm:pt>
    <dgm:pt modelId="{FCCE12C3-C441-482F-AC28-A289F3C68EEA}" type="sibTrans" cxnId="{87A736E8-2FC1-4AB1-8F3D-85015F20726D}">
      <dgm:prSet/>
      <dgm:spPr/>
      <dgm:t>
        <a:bodyPr/>
        <a:lstStyle/>
        <a:p>
          <a:endParaRPr lang="en-IN"/>
        </a:p>
      </dgm:t>
    </dgm:pt>
    <dgm:pt modelId="{E498A973-1E43-4306-AA9C-ECFF86BB36D8}">
      <dgm:prSet phldrT="[Text]" custT="1"/>
      <dgm:spPr/>
      <dgm:t>
        <a:bodyPr/>
        <a:lstStyle/>
        <a:p>
          <a:r>
            <a:rPr lang="en-US" sz="1600" dirty="0" smtClean="0"/>
            <a:t>Multivariate</a:t>
          </a:r>
        </a:p>
      </dgm:t>
    </dgm:pt>
    <dgm:pt modelId="{61D00AB2-7E67-40FE-A66E-B79E6288FF20}" type="parTrans" cxnId="{6C55E7CB-6D63-4B4D-8BF6-50C6BAD47E7A}">
      <dgm:prSet/>
      <dgm:spPr/>
      <dgm:t>
        <a:bodyPr/>
        <a:lstStyle/>
        <a:p>
          <a:endParaRPr lang="en-IN"/>
        </a:p>
      </dgm:t>
    </dgm:pt>
    <dgm:pt modelId="{3D6D55E8-350E-4959-B6CB-B127F4B60D57}" type="sibTrans" cxnId="{6C55E7CB-6D63-4B4D-8BF6-50C6BAD47E7A}">
      <dgm:prSet/>
      <dgm:spPr/>
      <dgm:t>
        <a:bodyPr/>
        <a:lstStyle/>
        <a:p>
          <a:endParaRPr lang="en-IN"/>
        </a:p>
      </dgm:t>
    </dgm:pt>
    <dgm:pt modelId="{E6FE1D17-69BF-4F35-9631-16CB6777B996}">
      <dgm:prSet phldrT="[Text]" custT="1"/>
      <dgm:spPr/>
      <dgm:t>
        <a:bodyPr/>
        <a:lstStyle/>
        <a:p>
          <a:r>
            <a:rPr lang="en-US" sz="1600" dirty="0" smtClean="0"/>
            <a:t>Business Insights</a:t>
          </a:r>
        </a:p>
      </dgm:t>
    </dgm:pt>
    <dgm:pt modelId="{05BC1FF6-90D4-4FE4-A328-E7F18E7BE7B6}" type="parTrans" cxnId="{5278F3C4-9F1B-43DE-A4AF-4499E4DA3BAF}">
      <dgm:prSet/>
      <dgm:spPr/>
      <dgm:t>
        <a:bodyPr/>
        <a:lstStyle/>
        <a:p>
          <a:endParaRPr lang="en-IN"/>
        </a:p>
      </dgm:t>
    </dgm:pt>
    <dgm:pt modelId="{7474CFA5-AC8D-4631-B2DB-413BE992F366}" type="sibTrans" cxnId="{5278F3C4-9F1B-43DE-A4AF-4499E4DA3BAF}">
      <dgm:prSet/>
      <dgm:spPr/>
      <dgm:t>
        <a:bodyPr/>
        <a:lstStyle/>
        <a:p>
          <a:endParaRPr lang="en-IN"/>
        </a:p>
      </dgm:t>
    </dgm:pt>
    <dgm:pt modelId="{429DFCBE-DD5B-4CD0-A2DB-A54BFFCE7186}">
      <dgm:prSet phldrT="[Text]" custT="1"/>
      <dgm:spPr/>
      <dgm:t>
        <a:bodyPr/>
        <a:lstStyle/>
        <a:p>
          <a:r>
            <a:rPr lang="en-US" sz="1600" dirty="0" smtClean="0"/>
            <a:t>Conclusion</a:t>
          </a:r>
        </a:p>
      </dgm:t>
    </dgm:pt>
    <dgm:pt modelId="{460C5712-0648-4E77-A19B-10C123B96BCD}" type="parTrans" cxnId="{AD678772-BBF9-4952-BCCF-119E17AD270E}">
      <dgm:prSet/>
      <dgm:spPr/>
      <dgm:t>
        <a:bodyPr/>
        <a:lstStyle/>
        <a:p>
          <a:endParaRPr lang="en-IN"/>
        </a:p>
      </dgm:t>
    </dgm:pt>
    <dgm:pt modelId="{5DDB2AFA-FD5B-4A7E-A829-51F4463F4A94}" type="sibTrans" cxnId="{AD678772-BBF9-4952-BCCF-119E17AD270E}">
      <dgm:prSet/>
      <dgm:spPr/>
      <dgm:t>
        <a:bodyPr/>
        <a:lstStyle/>
        <a:p>
          <a:endParaRPr lang="en-IN"/>
        </a:p>
      </dgm:t>
    </dgm:pt>
    <dgm:pt modelId="{89597940-02F4-4D92-9EA3-46DB8A19F25E}" type="pres">
      <dgm:prSet presAssocID="{AD4ED41F-6EAF-49FD-86A0-1F6250C131E7}" presName="rootnode" presStyleCnt="0">
        <dgm:presLayoutVars>
          <dgm:chMax/>
          <dgm:chPref/>
          <dgm:dir/>
          <dgm:animLvl val="lvl"/>
        </dgm:presLayoutVars>
      </dgm:prSet>
      <dgm:spPr/>
    </dgm:pt>
    <dgm:pt modelId="{95003968-786A-45CA-ABEA-2CBE87067867}" type="pres">
      <dgm:prSet presAssocID="{2EBABF00-4F64-4BF3-92FE-89A468BA2D70}" presName="composite" presStyleCnt="0"/>
      <dgm:spPr/>
    </dgm:pt>
    <dgm:pt modelId="{EF74B90F-C786-4BB7-BD1F-2CDD19FEFE7B}" type="pres">
      <dgm:prSet presAssocID="{2EBABF00-4F64-4BF3-92FE-89A468BA2D70}" presName="bentUpArrow1" presStyleLbl="alignImgPlace1" presStyleIdx="0" presStyleCnt="9" custScaleX="114368" custScaleY="98540" custLinFactNeighborX="-67425" custLinFactNeighborY="2775"/>
      <dgm:spPr/>
    </dgm:pt>
    <dgm:pt modelId="{5C1D5475-876E-4F5A-8EFF-2055346F2DF8}" type="pres">
      <dgm:prSet presAssocID="{2EBABF00-4F64-4BF3-92FE-89A468BA2D70}" presName="ParentText" presStyleLbl="node1" presStyleIdx="0" presStyleCnt="10" custScaleX="255190">
        <dgm:presLayoutVars>
          <dgm:chMax val="1"/>
          <dgm:chPref val="1"/>
          <dgm:bulletEnabled val="1"/>
        </dgm:presLayoutVars>
      </dgm:prSet>
      <dgm:spPr/>
    </dgm:pt>
    <dgm:pt modelId="{6213E0E3-B512-4879-8551-FB16151D16FC}" type="pres">
      <dgm:prSet presAssocID="{2EBABF00-4F64-4BF3-92FE-89A468BA2D70}" presName="ChildText" presStyleLbl="revTx" presStyleIdx="0" presStyleCnt="9">
        <dgm:presLayoutVars>
          <dgm:chMax val="0"/>
          <dgm:chPref val="0"/>
          <dgm:bulletEnabled val="1"/>
        </dgm:presLayoutVars>
      </dgm:prSet>
      <dgm:spPr/>
    </dgm:pt>
    <dgm:pt modelId="{3278B88D-437E-46A5-8E22-06E3589C9C7E}" type="pres">
      <dgm:prSet presAssocID="{2D34B9F9-8E05-4B8D-AE3D-B97583840608}" presName="sibTrans" presStyleCnt="0"/>
      <dgm:spPr/>
    </dgm:pt>
    <dgm:pt modelId="{552A1886-5207-472D-9E69-13BA43C64AEF}" type="pres">
      <dgm:prSet presAssocID="{4C707941-6EDB-47EC-82AA-C686EEC5FD39}" presName="composite" presStyleCnt="0"/>
      <dgm:spPr/>
    </dgm:pt>
    <dgm:pt modelId="{51B77891-4679-4343-8FAA-03841E0BC9CD}" type="pres">
      <dgm:prSet presAssocID="{4C707941-6EDB-47EC-82AA-C686EEC5FD39}" presName="bentUpArrow1" presStyleLbl="alignImgPlace1" presStyleIdx="1" presStyleCnt="9" custLinFactNeighborX="-37249" custLinFactNeighborY="2380"/>
      <dgm:spPr/>
    </dgm:pt>
    <dgm:pt modelId="{61B1DBDE-1CAF-4E9A-BBFF-1DEB5E083A5F}" type="pres">
      <dgm:prSet presAssocID="{4C707941-6EDB-47EC-82AA-C686EEC5FD39}" presName="ParentText" presStyleLbl="node1" presStyleIdx="1" presStyleCnt="10" custScaleX="237221">
        <dgm:presLayoutVars>
          <dgm:chMax val="1"/>
          <dgm:chPref val="1"/>
          <dgm:bulletEnabled val="1"/>
        </dgm:presLayoutVars>
      </dgm:prSet>
      <dgm:spPr/>
    </dgm:pt>
    <dgm:pt modelId="{387C727E-AB26-413F-83A3-24213747A118}" type="pres">
      <dgm:prSet presAssocID="{4C707941-6EDB-47EC-82AA-C686EEC5FD39}" presName="ChildText" presStyleLbl="revTx" presStyleIdx="1" presStyleCnt="9">
        <dgm:presLayoutVars>
          <dgm:chMax val="0"/>
          <dgm:chPref val="0"/>
          <dgm:bulletEnabled val="1"/>
        </dgm:presLayoutVars>
      </dgm:prSet>
      <dgm:spPr/>
    </dgm:pt>
    <dgm:pt modelId="{92ED6515-B029-4BC2-A228-EA69A502D1E8}" type="pres">
      <dgm:prSet presAssocID="{E85083E6-E39C-47A8-BB88-8E1C2D25F8E6}" presName="sibTrans" presStyleCnt="0"/>
      <dgm:spPr/>
    </dgm:pt>
    <dgm:pt modelId="{12AE8A63-A422-48C7-A0FC-23DC11FDAC9B}" type="pres">
      <dgm:prSet presAssocID="{35B3C36B-B6A6-4286-8F27-65DFFCCE7728}" presName="composite" presStyleCnt="0"/>
      <dgm:spPr/>
    </dgm:pt>
    <dgm:pt modelId="{EBD6039D-56F3-401A-A7F5-C80999EB7F5D}" type="pres">
      <dgm:prSet presAssocID="{35B3C36B-B6A6-4286-8F27-65DFFCCE7728}" presName="bentUpArrow1" presStyleLbl="alignImgPlace1" presStyleIdx="2" presStyleCnt="9" custLinFactNeighborX="-13172" custLinFactNeighborY="524"/>
      <dgm:spPr/>
    </dgm:pt>
    <dgm:pt modelId="{2C73832B-0830-4672-81AA-DFF0E9E111C3}" type="pres">
      <dgm:prSet presAssocID="{35B3C36B-B6A6-4286-8F27-65DFFCCE7728}" presName="ParentText" presStyleLbl="node1" presStyleIdx="2" presStyleCnt="10" custScaleX="198977">
        <dgm:presLayoutVars>
          <dgm:chMax val="1"/>
          <dgm:chPref val="1"/>
          <dgm:bulletEnabled val="1"/>
        </dgm:presLayoutVars>
      </dgm:prSet>
      <dgm:spPr/>
    </dgm:pt>
    <dgm:pt modelId="{4B890134-6F1C-433F-A81C-D24915CECD27}" type="pres">
      <dgm:prSet presAssocID="{35B3C36B-B6A6-4286-8F27-65DFFCCE7728}" presName="ChildText" presStyleLbl="revTx" presStyleIdx="2" presStyleCnt="9">
        <dgm:presLayoutVars>
          <dgm:chMax val="0"/>
          <dgm:chPref val="0"/>
          <dgm:bulletEnabled val="1"/>
        </dgm:presLayoutVars>
      </dgm:prSet>
      <dgm:spPr/>
    </dgm:pt>
    <dgm:pt modelId="{5983391C-31A0-4FB7-BE20-AC9B8F8B7926}" type="pres">
      <dgm:prSet presAssocID="{036961AE-E445-4256-89DF-D61B6030A94A}" presName="sibTrans" presStyleCnt="0"/>
      <dgm:spPr/>
    </dgm:pt>
    <dgm:pt modelId="{69CDA0CC-C1F8-49AF-95F2-71108CD97FFE}" type="pres">
      <dgm:prSet presAssocID="{3059CF37-42F3-4604-9335-00A2B47A9ABA}" presName="composite" presStyleCnt="0"/>
      <dgm:spPr/>
    </dgm:pt>
    <dgm:pt modelId="{D83C0791-E523-4A0F-A354-84C48E45EC91}" type="pres">
      <dgm:prSet presAssocID="{3059CF37-42F3-4604-9335-00A2B47A9ABA}" presName="bentUpArrow1" presStyleLbl="alignImgPlace1" presStyleIdx="3" presStyleCnt="9"/>
      <dgm:spPr/>
    </dgm:pt>
    <dgm:pt modelId="{942FD322-3D87-4A5D-8C6B-48969DF512C8}" type="pres">
      <dgm:prSet presAssocID="{3059CF37-42F3-4604-9335-00A2B47A9ABA}" presName="ParentText" presStyleLbl="node1" presStyleIdx="3" presStyleCnt="10" custScaleX="186577">
        <dgm:presLayoutVars>
          <dgm:chMax val="1"/>
          <dgm:chPref val="1"/>
          <dgm:bulletEnabled val="1"/>
        </dgm:presLayoutVars>
      </dgm:prSet>
      <dgm:spPr/>
    </dgm:pt>
    <dgm:pt modelId="{86150115-AF4E-4C88-A7D7-4BAC499F899B}" type="pres">
      <dgm:prSet presAssocID="{3059CF37-42F3-4604-9335-00A2B47A9ABA}" presName="ChildText" presStyleLbl="revTx" presStyleIdx="3" presStyleCnt="9">
        <dgm:presLayoutVars>
          <dgm:chMax val="0"/>
          <dgm:chPref val="0"/>
          <dgm:bulletEnabled val="1"/>
        </dgm:presLayoutVars>
      </dgm:prSet>
      <dgm:spPr/>
    </dgm:pt>
    <dgm:pt modelId="{6E0A270C-058B-4632-90F0-7FCE05FDD104}" type="pres">
      <dgm:prSet presAssocID="{665FC41D-5087-413B-BCBD-ACF4460C0507}" presName="sibTrans" presStyleCnt="0"/>
      <dgm:spPr/>
    </dgm:pt>
    <dgm:pt modelId="{3C8424F1-B768-4EE1-9E3A-A24162C8132D}" type="pres">
      <dgm:prSet presAssocID="{0F8FF8A6-84B4-4C10-91ED-C2B800F844EB}" presName="composite" presStyleCnt="0"/>
      <dgm:spPr/>
    </dgm:pt>
    <dgm:pt modelId="{971FDD97-472C-414F-9038-6DF4CF2552DB}" type="pres">
      <dgm:prSet presAssocID="{0F8FF8A6-84B4-4C10-91ED-C2B800F844EB}" presName="bentUpArrow1" presStyleLbl="alignImgPlace1" presStyleIdx="4" presStyleCnt="9" custLinFactNeighborX="964" custLinFactNeighborY="-3186"/>
      <dgm:spPr/>
    </dgm:pt>
    <dgm:pt modelId="{BDB8A868-54E2-4D36-9D8B-116F44E0B369}" type="pres">
      <dgm:prSet presAssocID="{0F8FF8A6-84B4-4C10-91ED-C2B800F844EB}" presName="ParentText" presStyleLbl="node1" presStyleIdx="4" presStyleCnt="10" custScaleX="174177">
        <dgm:presLayoutVars>
          <dgm:chMax val="1"/>
          <dgm:chPref val="1"/>
          <dgm:bulletEnabled val="1"/>
        </dgm:presLayoutVars>
      </dgm:prSet>
      <dgm:spPr/>
    </dgm:pt>
    <dgm:pt modelId="{C50AFD22-2620-4E83-842B-C7B839EB80ED}" type="pres">
      <dgm:prSet presAssocID="{0F8FF8A6-84B4-4C10-91ED-C2B800F844EB}" presName="ChildText" presStyleLbl="revTx" presStyleIdx="4" presStyleCnt="9">
        <dgm:presLayoutVars>
          <dgm:chMax val="0"/>
          <dgm:chPref val="0"/>
          <dgm:bulletEnabled val="1"/>
        </dgm:presLayoutVars>
      </dgm:prSet>
      <dgm:spPr/>
    </dgm:pt>
    <dgm:pt modelId="{ED3BFD7D-9B1E-4A2D-914F-5BD982A5EB17}" type="pres">
      <dgm:prSet presAssocID="{EB7FE422-F17B-41AA-B38E-BD29BF83A0DD}" presName="sibTrans" presStyleCnt="0"/>
      <dgm:spPr/>
    </dgm:pt>
    <dgm:pt modelId="{B2A9664D-F488-4D02-9EC6-2B7A4A178325}" type="pres">
      <dgm:prSet presAssocID="{65FE50D0-C6F5-4C20-9494-C56154621963}" presName="composite" presStyleCnt="0"/>
      <dgm:spPr/>
    </dgm:pt>
    <dgm:pt modelId="{BD76A5D1-75D1-441E-B603-90A854682E02}" type="pres">
      <dgm:prSet presAssocID="{65FE50D0-C6F5-4C20-9494-C56154621963}" presName="bentUpArrow1" presStyleLbl="alignImgPlace1" presStyleIdx="5" presStyleCnt="9" custLinFactNeighborX="20070" custLinFactNeighborY="-5042"/>
      <dgm:spPr/>
    </dgm:pt>
    <dgm:pt modelId="{FC1FCF30-63E0-41CA-AB68-E5C6D25303A8}" type="pres">
      <dgm:prSet presAssocID="{65FE50D0-C6F5-4C20-9494-C56154621963}" presName="ParentText" presStyleLbl="node1" presStyleIdx="5" presStyleCnt="10" custScaleX="161776">
        <dgm:presLayoutVars>
          <dgm:chMax val="1"/>
          <dgm:chPref val="1"/>
          <dgm:bulletEnabled val="1"/>
        </dgm:presLayoutVars>
      </dgm:prSet>
      <dgm:spPr/>
    </dgm:pt>
    <dgm:pt modelId="{E4BBFED2-37A4-4B7A-9BFA-386246A21FB3}" type="pres">
      <dgm:prSet presAssocID="{65FE50D0-C6F5-4C20-9494-C56154621963}" presName="ChildText" presStyleLbl="revTx" presStyleIdx="5" presStyleCnt="9">
        <dgm:presLayoutVars>
          <dgm:chMax val="0"/>
          <dgm:chPref val="0"/>
          <dgm:bulletEnabled val="1"/>
        </dgm:presLayoutVars>
      </dgm:prSet>
      <dgm:spPr/>
    </dgm:pt>
    <dgm:pt modelId="{BDCD8A81-6503-4DAB-9707-75100EC1747B}" type="pres">
      <dgm:prSet presAssocID="{1DB0DA02-BAC3-412B-88B2-FF734EBDEE81}" presName="sibTrans" presStyleCnt="0"/>
      <dgm:spPr/>
    </dgm:pt>
    <dgm:pt modelId="{28CC5A70-4A39-48AE-A3AD-9455A986A4C2}" type="pres">
      <dgm:prSet presAssocID="{C30ADC1A-8968-4B1F-8C39-987E1FF77B45}" presName="composite" presStyleCnt="0"/>
      <dgm:spPr/>
    </dgm:pt>
    <dgm:pt modelId="{E5DB9150-40FD-40D8-BE71-EABA5D7554F9}" type="pres">
      <dgm:prSet presAssocID="{C30ADC1A-8968-4B1F-8C39-987E1FF77B45}" presName="bentUpArrow1" presStyleLbl="alignImgPlace1" presStyleIdx="6" presStyleCnt="9" custLinFactNeighborX="-28851" custLinFactNeighborY="-6897"/>
      <dgm:spPr/>
    </dgm:pt>
    <dgm:pt modelId="{7041AF51-9C30-494B-8DB7-7C090B91AA7A}" type="pres">
      <dgm:prSet presAssocID="{C30ADC1A-8968-4B1F-8C39-987E1FF77B45}" presName="ParentText" presStyleLbl="node1" presStyleIdx="6" presStyleCnt="10" custScaleX="215544">
        <dgm:presLayoutVars>
          <dgm:chMax val="1"/>
          <dgm:chPref val="1"/>
          <dgm:bulletEnabled val="1"/>
        </dgm:presLayoutVars>
      </dgm:prSet>
      <dgm:spPr/>
    </dgm:pt>
    <dgm:pt modelId="{700A0025-77C1-4099-B084-F9DBDBD4FE11}" type="pres">
      <dgm:prSet presAssocID="{C30ADC1A-8968-4B1F-8C39-987E1FF77B45}" presName="ChildText" presStyleLbl="revTx" presStyleIdx="6" presStyleCnt="9">
        <dgm:presLayoutVars>
          <dgm:chMax val="0"/>
          <dgm:chPref val="0"/>
          <dgm:bulletEnabled val="1"/>
        </dgm:presLayoutVars>
      </dgm:prSet>
      <dgm:spPr/>
    </dgm:pt>
    <dgm:pt modelId="{F87C0D2A-8479-4B9A-8474-DC17DE0EA441}" type="pres">
      <dgm:prSet presAssocID="{FCCE12C3-C441-482F-AC28-A289F3C68EEA}" presName="sibTrans" presStyleCnt="0"/>
      <dgm:spPr/>
    </dgm:pt>
    <dgm:pt modelId="{E587464B-2026-4604-871C-FD80866B056F}" type="pres">
      <dgm:prSet presAssocID="{E498A973-1E43-4306-AA9C-ECFF86BB36D8}" presName="composite" presStyleCnt="0"/>
      <dgm:spPr/>
    </dgm:pt>
    <dgm:pt modelId="{947EB4AA-C746-475E-9671-87F5D6AC7E9A}" type="pres">
      <dgm:prSet presAssocID="{E498A973-1E43-4306-AA9C-ECFF86BB36D8}" presName="bentUpArrow1" presStyleLbl="alignImgPlace1" presStyleIdx="7" presStyleCnt="9" custLinFactNeighborX="-38018" custLinFactNeighborY="-8753"/>
      <dgm:spPr/>
    </dgm:pt>
    <dgm:pt modelId="{360C519B-6F6A-48A4-A28C-22EEAD356E15}" type="pres">
      <dgm:prSet presAssocID="{E498A973-1E43-4306-AA9C-ECFF86BB36D8}" presName="ParentText" presStyleLbl="node1" presStyleIdx="7" presStyleCnt="10" custScaleX="241385">
        <dgm:presLayoutVars>
          <dgm:chMax val="1"/>
          <dgm:chPref val="1"/>
          <dgm:bulletEnabled val="1"/>
        </dgm:presLayoutVars>
      </dgm:prSet>
      <dgm:spPr/>
    </dgm:pt>
    <dgm:pt modelId="{340AA115-4DEF-4296-B1E5-043CA6F2E1E1}" type="pres">
      <dgm:prSet presAssocID="{E498A973-1E43-4306-AA9C-ECFF86BB36D8}" presName="ChildText" presStyleLbl="revTx" presStyleIdx="7" presStyleCnt="9">
        <dgm:presLayoutVars>
          <dgm:chMax val="0"/>
          <dgm:chPref val="0"/>
          <dgm:bulletEnabled val="1"/>
        </dgm:presLayoutVars>
      </dgm:prSet>
      <dgm:spPr/>
    </dgm:pt>
    <dgm:pt modelId="{032D56FD-FDC0-41B6-B2B7-84E5D3E52EB3}" type="pres">
      <dgm:prSet presAssocID="{3D6D55E8-350E-4959-B6CB-B127F4B60D57}" presName="sibTrans" presStyleCnt="0"/>
      <dgm:spPr/>
    </dgm:pt>
    <dgm:pt modelId="{74E0FBFC-52D0-4958-BB99-25B89B80D583}" type="pres">
      <dgm:prSet presAssocID="{E6FE1D17-69BF-4F35-9631-16CB6777B996}" presName="composite" presStyleCnt="0"/>
      <dgm:spPr/>
    </dgm:pt>
    <dgm:pt modelId="{A4B56888-C2AD-4896-9B6D-A5BBCDA00C54}" type="pres">
      <dgm:prSet presAssocID="{E6FE1D17-69BF-4F35-9631-16CB6777B996}" presName="bentUpArrow1" presStyleLbl="alignImgPlace1" presStyleIdx="8" presStyleCnt="9" custLinFactNeighborX="-18142" custLinFactNeighborY="11144"/>
      <dgm:spPr/>
    </dgm:pt>
    <dgm:pt modelId="{92200C0C-D86F-42F5-90E5-71D696F7E07F}" type="pres">
      <dgm:prSet presAssocID="{E6FE1D17-69BF-4F35-9631-16CB6777B996}" presName="ParentText" presStyleLbl="node1" presStyleIdx="8" presStyleCnt="10" custScaleX="357156">
        <dgm:presLayoutVars>
          <dgm:chMax val="1"/>
          <dgm:chPref val="1"/>
          <dgm:bulletEnabled val="1"/>
        </dgm:presLayoutVars>
      </dgm:prSet>
      <dgm:spPr/>
    </dgm:pt>
    <dgm:pt modelId="{C8DB719E-8952-45FB-8D87-266EFAA074AA}" type="pres">
      <dgm:prSet presAssocID="{E6FE1D17-69BF-4F35-9631-16CB6777B996}" presName="ChildText" presStyleLbl="revTx" presStyleIdx="8" presStyleCnt="9">
        <dgm:presLayoutVars>
          <dgm:chMax val="0"/>
          <dgm:chPref val="0"/>
          <dgm:bulletEnabled val="1"/>
        </dgm:presLayoutVars>
      </dgm:prSet>
      <dgm:spPr/>
    </dgm:pt>
    <dgm:pt modelId="{F54E2C5C-DB62-408C-94FC-DBAC0920580C}" type="pres">
      <dgm:prSet presAssocID="{7474CFA5-AC8D-4631-B2DB-413BE992F366}" presName="sibTrans" presStyleCnt="0"/>
      <dgm:spPr/>
    </dgm:pt>
    <dgm:pt modelId="{5D0989B0-1CCB-4A59-B593-287296384B99}" type="pres">
      <dgm:prSet presAssocID="{429DFCBE-DD5B-4CD0-A2DB-A54BFFCE7186}" presName="composite" presStyleCnt="0"/>
      <dgm:spPr/>
    </dgm:pt>
    <dgm:pt modelId="{66848736-5250-4FBF-84DA-FF0176842B0C}" type="pres">
      <dgm:prSet presAssocID="{429DFCBE-DD5B-4CD0-A2DB-A54BFFCE7186}" presName="ParentText" presStyleLbl="node1" presStyleIdx="9" presStyleCnt="10" custScaleX="260507" custLinFactNeighborX="70049" custLinFactNeighborY="-2925">
        <dgm:presLayoutVars>
          <dgm:chMax val="1"/>
          <dgm:chPref val="1"/>
          <dgm:bulletEnabled val="1"/>
        </dgm:presLayoutVars>
      </dgm:prSet>
      <dgm:spPr/>
    </dgm:pt>
  </dgm:ptLst>
  <dgm:cxnLst>
    <dgm:cxn modelId="{87A736E8-2FC1-4AB1-8F3D-85015F20726D}" srcId="{AD4ED41F-6EAF-49FD-86A0-1F6250C131E7}" destId="{C30ADC1A-8968-4B1F-8C39-987E1FF77B45}" srcOrd="6" destOrd="0" parTransId="{95A905F0-5EA5-4C33-A8CE-66ABC89DB0C3}" sibTransId="{FCCE12C3-C441-482F-AC28-A289F3C68EEA}"/>
    <dgm:cxn modelId="{C8475F6E-B57E-4373-A5AC-4B2EAA72ABCB}" type="presOf" srcId="{429DFCBE-DD5B-4CD0-A2DB-A54BFFCE7186}" destId="{66848736-5250-4FBF-84DA-FF0176842B0C}" srcOrd="0" destOrd="0" presId="urn:microsoft.com/office/officeart/2005/8/layout/StepDownProcess"/>
    <dgm:cxn modelId="{B7B5DA1F-9F98-4BA2-8D1B-27AA878B9364}" srcId="{AD4ED41F-6EAF-49FD-86A0-1F6250C131E7}" destId="{3059CF37-42F3-4604-9335-00A2B47A9ABA}" srcOrd="3" destOrd="0" parTransId="{D877BD58-034F-4677-AD54-4A9187662672}" sibTransId="{665FC41D-5087-413B-BCBD-ACF4460C0507}"/>
    <dgm:cxn modelId="{B5E399F5-74EB-4C32-8C66-487BA4A2D383}" srcId="{AD4ED41F-6EAF-49FD-86A0-1F6250C131E7}" destId="{35B3C36B-B6A6-4286-8F27-65DFFCCE7728}" srcOrd="2" destOrd="0" parTransId="{F3DE7391-8AF2-430D-A182-72574CB5AD57}" sibTransId="{036961AE-E445-4256-89DF-D61B6030A94A}"/>
    <dgm:cxn modelId="{111BF636-7E61-4536-AC3D-A6ADEB4F83D8}" type="presOf" srcId="{35B3C36B-B6A6-4286-8F27-65DFFCCE7728}" destId="{2C73832B-0830-4672-81AA-DFF0E9E111C3}" srcOrd="0" destOrd="0" presId="urn:microsoft.com/office/officeart/2005/8/layout/StepDownProcess"/>
    <dgm:cxn modelId="{8C1C31C0-830D-48B3-A0A6-5D656963185F}" type="presOf" srcId="{3059CF37-42F3-4604-9335-00A2B47A9ABA}" destId="{942FD322-3D87-4A5D-8C6B-48969DF512C8}" srcOrd="0" destOrd="0" presId="urn:microsoft.com/office/officeart/2005/8/layout/StepDownProcess"/>
    <dgm:cxn modelId="{AD678772-BBF9-4952-BCCF-119E17AD270E}" srcId="{AD4ED41F-6EAF-49FD-86A0-1F6250C131E7}" destId="{429DFCBE-DD5B-4CD0-A2DB-A54BFFCE7186}" srcOrd="9" destOrd="0" parTransId="{460C5712-0648-4E77-A19B-10C123B96BCD}" sibTransId="{5DDB2AFA-FD5B-4A7E-A829-51F4463F4A94}"/>
    <dgm:cxn modelId="{5278F3C4-9F1B-43DE-A4AF-4499E4DA3BAF}" srcId="{AD4ED41F-6EAF-49FD-86A0-1F6250C131E7}" destId="{E6FE1D17-69BF-4F35-9631-16CB6777B996}" srcOrd="8" destOrd="0" parTransId="{05BC1FF6-90D4-4FE4-A328-E7F18E7BE7B6}" sibTransId="{7474CFA5-AC8D-4631-B2DB-413BE992F366}"/>
    <dgm:cxn modelId="{6C55E7CB-6D63-4B4D-8BF6-50C6BAD47E7A}" srcId="{AD4ED41F-6EAF-49FD-86A0-1F6250C131E7}" destId="{E498A973-1E43-4306-AA9C-ECFF86BB36D8}" srcOrd="7" destOrd="0" parTransId="{61D00AB2-7E67-40FE-A66E-B79E6288FF20}" sibTransId="{3D6D55E8-350E-4959-B6CB-B127F4B60D57}"/>
    <dgm:cxn modelId="{F4DBB178-0EC6-403F-8806-586BB01CD494}" srcId="{AD4ED41F-6EAF-49FD-86A0-1F6250C131E7}" destId="{0F8FF8A6-84B4-4C10-91ED-C2B800F844EB}" srcOrd="4" destOrd="0" parTransId="{5B36A184-A7DA-4660-BB15-8F3F2B59B415}" sibTransId="{EB7FE422-F17B-41AA-B38E-BD29BF83A0DD}"/>
    <dgm:cxn modelId="{F809E72B-2F7D-48D0-980F-D59044250C9B}" type="presOf" srcId="{E6FE1D17-69BF-4F35-9631-16CB6777B996}" destId="{92200C0C-D86F-42F5-90E5-71D696F7E07F}" srcOrd="0" destOrd="0" presId="urn:microsoft.com/office/officeart/2005/8/layout/StepDownProcess"/>
    <dgm:cxn modelId="{5F82ABE0-E5AA-4861-B79E-AE69FC75DCE8}" type="presOf" srcId="{C30ADC1A-8968-4B1F-8C39-987E1FF77B45}" destId="{7041AF51-9C30-494B-8DB7-7C090B91AA7A}" srcOrd="0" destOrd="0" presId="urn:microsoft.com/office/officeart/2005/8/layout/StepDownProcess"/>
    <dgm:cxn modelId="{12AE81CF-06BD-4B86-80BE-F4A62F59C980}" srcId="{AD4ED41F-6EAF-49FD-86A0-1F6250C131E7}" destId="{2EBABF00-4F64-4BF3-92FE-89A468BA2D70}" srcOrd="0" destOrd="0" parTransId="{2FA7ED26-85C0-4CE2-83E6-C713BC05AD66}" sibTransId="{2D34B9F9-8E05-4B8D-AE3D-B97583840608}"/>
    <dgm:cxn modelId="{2D6BADE6-CAC3-4965-B1B7-28F4EF584D44}" type="presOf" srcId="{2EBABF00-4F64-4BF3-92FE-89A468BA2D70}" destId="{5C1D5475-876E-4F5A-8EFF-2055346F2DF8}" srcOrd="0" destOrd="0" presId="urn:microsoft.com/office/officeart/2005/8/layout/StepDownProcess"/>
    <dgm:cxn modelId="{53CC1D06-AE94-4233-89B6-3B8A9C1CD8E1}" srcId="{AD4ED41F-6EAF-49FD-86A0-1F6250C131E7}" destId="{4C707941-6EDB-47EC-82AA-C686EEC5FD39}" srcOrd="1" destOrd="0" parTransId="{B27BB7CA-0450-479F-A0C9-69EE127455C8}" sibTransId="{E85083E6-E39C-47A8-BB88-8E1C2D25F8E6}"/>
    <dgm:cxn modelId="{FDF0B71C-BCB4-49EC-ADE5-196AA811191B}" type="presOf" srcId="{4C707941-6EDB-47EC-82AA-C686EEC5FD39}" destId="{61B1DBDE-1CAF-4E9A-BBFF-1DEB5E083A5F}" srcOrd="0" destOrd="0" presId="urn:microsoft.com/office/officeart/2005/8/layout/StepDownProcess"/>
    <dgm:cxn modelId="{BFA9EC9F-E085-4123-A3B1-77C460A9CB81}" type="presOf" srcId="{65FE50D0-C6F5-4C20-9494-C56154621963}" destId="{FC1FCF30-63E0-41CA-AB68-E5C6D25303A8}" srcOrd="0" destOrd="0" presId="urn:microsoft.com/office/officeart/2005/8/layout/StepDownProcess"/>
    <dgm:cxn modelId="{5FC442AD-19FE-4AF4-BE55-D707440A823E}" type="presOf" srcId="{AD4ED41F-6EAF-49FD-86A0-1F6250C131E7}" destId="{89597940-02F4-4D92-9EA3-46DB8A19F25E}" srcOrd="0" destOrd="0" presId="urn:microsoft.com/office/officeart/2005/8/layout/StepDownProcess"/>
    <dgm:cxn modelId="{053EC30E-0268-4E55-B69C-E78DA3BC3DB0}" type="presOf" srcId="{0F8FF8A6-84B4-4C10-91ED-C2B800F844EB}" destId="{BDB8A868-54E2-4D36-9D8B-116F44E0B369}" srcOrd="0" destOrd="0" presId="urn:microsoft.com/office/officeart/2005/8/layout/StepDownProcess"/>
    <dgm:cxn modelId="{3C643CE1-FC14-40E4-A3FD-835C7BCA60FF}" type="presOf" srcId="{E498A973-1E43-4306-AA9C-ECFF86BB36D8}" destId="{360C519B-6F6A-48A4-A28C-22EEAD356E15}" srcOrd="0" destOrd="0" presId="urn:microsoft.com/office/officeart/2005/8/layout/StepDownProcess"/>
    <dgm:cxn modelId="{391BA17F-34D5-4054-9428-EC31B23EED3B}" srcId="{AD4ED41F-6EAF-49FD-86A0-1F6250C131E7}" destId="{65FE50D0-C6F5-4C20-9494-C56154621963}" srcOrd="5" destOrd="0" parTransId="{E14C4E8F-17B1-41AD-8461-FFA267E5C485}" sibTransId="{1DB0DA02-BAC3-412B-88B2-FF734EBDEE81}"/>
    <dgm:cxn modelId="{D67F5F57-F3A8-450B-A191-E8997ACEB48E}" type="presParOf" srcId="{89597940-02F4-4D92-9EA3-46DB8A19F25E}" destId="{95003968-786A-45CA-ABEA-2CBE87067867}" srcOrd="0" destOrd="0" presId="urn:microsoft.com/office/officeart/2005/8/layout/StepDownProcess"/>
    <dgm:cxn modelId="{5B57BD1D-29FE-4E19-839A-6D4387E25095}" type="presParOf" srcId="{95003968-786A-45CA-ABEA-2CBE87067867}" destId="{EF74B90F-C786-4BB7-BD1F-2CDD19FEFE7B}" srcOrd="0" destOrd="0" presId="urn:microsoft.com/office/officeart/2005/8/layout/StepDownProcess"/>
    <dgm:cxn modelId="{B5683A42-306E-4F63-8A73-22BDFF0FC278}" type="presParOf" srcId="{95003968-786A-45CA-ABEA-2CBE87067867}" destId="{5C1D5475-876E-4F5A-8EFF-2055346F2DF8}" srcOrd="1" destOrd="0" presId="urn:microsoft.com/office/officeart/2005/8/layout/StepDownProcess"/>
    <dgm:cxn modelId="{8809E190-3D7B-45C1-8D1E-3DA4F21726DE}" type="presParOf" srcId="{95003968-786A-45CA-ABEA-2CBE87067867}" destId="{6213E0E3-B512-4879-8551-FB16151D16FC}" srcOrd="2" destOrd="0" presId="urn:microsoft.com/office/officeart/2005/8/layout/StepDownProcess"/>
    <dgm:cxn modelId="{C5581B32-65E5-4B4F-BD94-52E94473C746}" type="presParOf" srcId="{89597940-02F4-4D92-9EA3-46DB8A19F25E}" destId="{3278B88D-437E-46A5-8E22-06E3589C9C7E}" srcOrd="1" destOrd="0" presId="urn:microsoft.com/office/officeart/2005/8/layout/StepDownProcess"/>
    <dgm:cxn modelId="{05882DC9-53A5-4CC8-870A-2F132E945D21}" type="presParOf" srcId="{89597940-02F4-4D92-9EA3-46DB8A19F25E}" destId="{552A1886-5207-472D-9E69-13BA43C64AEF}" srcOrd="2" destOrd="0" presId="urn:microsoft.com/office/officeart/2005/8/layout/StepDownProcess"/>
    <dgm:cxn modelId="{C51A9BE3-4D98-43BD-A443-21AE5D365792}" type="presParOf" srcId="{552A1886-5207-472D-9E69-13BA43C64AEF}" destId="{51B77891-4679-4343-8FAA-03841E0BC9CD}" srcOrd="0" destOrd="0" presId="urn:microsoft.com/office/officeart/2005/8/layout/StepDownProcess"/>
    <dgm:cxn modelId="{5FDF2601-683E-4EB4-BB97-4B047E8E8FBD}" type="presParOf" srcId="{552A1886-5207-472D-9E69-13BA43C64AEF}" destId="{61B1DBDE-1CAF-4E9A-BBFF-1DEB5E083A5F}" srcOrd="1" destOrd="0" presId="urn:microsoft.com/office/officeart/2005/8/layout/StepDownProcess"/>
    <dgm:cxn modelId="{B39276E8-1B8B-493F-8070-12D258CBB4CB}" type="presParOf" srcId="{552A1886-5207-472D-9E69-13BA43C64AEF}" destId="{387C727E-AB26-413F-83A3-24213747A118}" srcOrd="2" destOrd="0" presId="urn:microsoft.com/office/officeart/2005/8/layout/StepDownProcess"/>
    <dgm:cxn modelId="{131A0ABE-789C-4467-AC71-3EDFCCE44EDF}" type="presParOf" srcId="{89597940-02F4-4D92-9EA3-46DB8A19F25E}" destId="{92ED6515-B029-4BC2-A228-EA69A502D1E8}" srcOrd="3" destOrd="0" presId="urn:microsoft.com/office/officeart/2005/8/layout/StepDownProcess"/>
    <dgm:cxn modelId="{226FD321-3510-4ECA-BC9C-30CDD1FB89BD}" type="presParOf" srcId="{89597940-02F4-4D92-9EA3-46DB8A19F25E}" destId="{12AE8A63-A422-48C7-A0FC-23DC11FDAC9B}" srcOrd="4" destOrd="0" presId="urn:microsoft.com/office/officeart/2005/8/layout/StepDownProcess"/>
    <dgm:cxn modelId="{EBA2A98D-C249-4BFD-9088-C7145855DAA5}" type="presParOf" srcId="{12AE8A63-A422-48C7-A0FC-23DC11FDAC9B}" destId="{EBD6039D-56F3-401A-A7F5-C80999EB7F5D}" srcOrd="0" destOrd="0" presId="urn:microsoft.com/office/officeart/2005/8/layout/StepDownProcess"/>
    <dgm:cxn modelId="{90C29EC9-D1E5-45B5-83C4-BFF9FF6A5D30}" type="presParOf" srcId="{12AE8A63-A422-48C7-A0FC-23DC11FDAC9B}" destId="{2C73832B-0830-4672-81AA-DFF0E9E111C3}" srcOrd="1" destOrd="0" presId="urn:microsoft.com/office/officeart/2005/8/layout/StepDownProcess"/>
    <dgm:cxn modelId="{EB7A75CD-848C-4500-B147-CFF8C4228225}" type="presParOf" srcId="{12AE8A63-A422-48C7-A0FC-23DC11FDAC9B}" destId="{4B890134-6F1C-433F-A81C-D24915CECD27}" srcOrd="2" destOrd="0" presId="urn:microsoft.com/office/officeart/2005/8/layout/StepDownProcess"/>
    <dgm:cxn modelId="{34AAAA72-7B91-4A0E-B8CC-A1E20A8012A6}" type="presParOf" srcId="{89597940-02F4-4D92-9EA3-46DB8A19F25E}" destId="{5983391C-31A0-4FB7-BE20-AC9B8F8B7926}" srcOrd="5" destOrd="0" presId="urn:microsoft.com/office/officeart/2005/8/layout/StepDownProcess"/>
    <dgm:cxn modelId="{78E9805C-4522-424B-BDB8-9786EEAAFE33}" type="presParOf" srcId="{89597940-02F4-4D92-9EA3-46DB8A19F25E}" destId="{69CDA0CC-C1F8-49AF-95F2-71108CD97FFE}" srcOrd="6" destOrd="0" presId="urn:microsoft.com/office/officeart/2005/8/layout/StepDownProcess"/>
    <dgm:cxn modelId="{9D94D893-E363-42C2-8A02-DAEE8BF94F1B}" type="presParOf" srcId="{69CDA0CC-C1F8-49AF-95F2-71108CD97FFE}" destId="{D83C0791-E523-4A0F-A354-84C48E45EC91}" srcOrd="0" destOrd="0" presId="urn:microsoft.com/office/officeart/2005/8/layout/StepDownProcess"/>
    <dgm:cxn modelId="{E04AC58A-F65F-4C3B-86FA-CE73B9DBE9EC}" type="presParOf" srcId="{69CDA0CC-C1F8-49AF-95F2-71108CD97FFE}" destId="{942FD322-3D87-4A5D-8C6B-48969DF512C8}" srcOrd="1" destOrd="0" presId="urn:microsoft.com/office/officeart/2005/8/layout/StepDownProcess"/>
    <dgm:cxn modelId="{98038A38-5C1C-48E5-903C-DD0806E4B272}" type="presParOf" srcId="{69CDA0CC-C1F8-49AF-95F2-71108CD97FFE}" destId="{86150115-AF4E-4C88-A7D7-4BAC499F899B}" srcOrd="2" destOrd="0" presId="urn:microsoft.com/office/officeart/2005/8/layout/StepDownProcess"/>
    <dgm:cxn modelId="{FB448756-56E9-4E26-8538-F0FB0E76D707}" type="presParOf" srcId="{89597940-02F4-4D92-9EA3-46DB8A19F25E}" destId="{6E0A270C-058B-4632-90F0-7FCE05FDD104}" srcOrd="7" destOrd="0" presId="urn:microsoft.com/office/officeart/2005/8/layout/StepDownProcess"/>
    <dgm:cxn modelId="{AAD6C0CE-A033-4D9B-94B7-9797BF5643DC}" type="presParOf" srcId="{89597940-02F4-4D92-9EA3-46DB8A19F25E}" destId="{3C8424F1-B768-4EE1-9E3A-A24162C8132D}" srcOrd="8" destOrd="0" presId="urn:microsoft.com/office/officeart/2005/8/layout/StepDownProcess"/>
    <dgm:cxn modelId="{3E720588-9BCC-4A89-8028-48D87508D6E5}" type="presParOf" srcId="{3C8424F1-B768-4EE1-9E3A-A24162C8132D}" destId="{971FDD97-472C-414F-9038-6DF4CF2552DB}" srcOrd="0" destOrd="0" presId="urn:microsoft.com/office/officeart/2005/8/layout/StepDownProcess"/>
    <dgm:cxn modelId="{AB41ADFB-8187-478B-B758-7A39006958AE}" type="presParOf" srcId="{3C8424F1-B768-4EE1-9E3A-A24162C8132D}" destId="{BDB8A868-54E2-4D36-9D8B-116F44E0B369}" srcOrd="1" destOrd="0" presId="urn:microsoft.com/office/officeart/2005/8/layout/StepDownProcess"/>
    <dgm:cxn modelId="{9BDC67CA-71E8-4F0B-9754-764A9203D45E}" type="presParOf" srcId="{3C8424F1-B768-4EE1-9E3A-A24162C8132D}" destId="{C50AFD22-2620-4E83-842B-C7B839EB80ED}" srcOrd="2" destOrd="0" presId="urn:microsoft.com/office/officeart/2005/8/layout/StepDownProcess"/>
    <dgm:cxn modelId="{CBF00686-512E-448C-88C2-09DEB493B67F}" type="presParOf" srcId="{89597940-02F4-4D92-9EA3-46DB8A19F25E}" destId="{ED3BFD7D-9B1E-4A2D-914F-5BD982A5EB17}" srcOrd="9" destOrd="0" presId="urn:microsoft.com/office/officeart/2005/8/layout/StepDownProcess"/>
    <dgm:cxn modelId="{66A50801-FAE9-4BCD-85D7-745756591EC9}" type="presParOf" srcId="{89597940-02F4-4D92-9EA3-46DB8A19F25E}" destId="{B2A9664D-F488-4D02-9EC6-2B7A4A178325}" srcOrd="10" destOrd="0" presId="urn:microsoft.com/office/officeart/2005/8/layout/StepDownProcess"/>
    <dgm:cxn modelId="{89E4CBA7-A151-4655-9609-385D0E99DA15}" type="presParOf" srcId="{B2A9664D-F488-4D02-9EC6-2B7A4A178325}" destId="{BD76A5D1-75D1-441E-B603-90A854682E02}" srcOrd="0" destOrd="0" presId="urn:microsoft.com/office/officeart/2005/8/layout/StepDownProcess"/>
    <dgm:cxn modelId="{8E66AEB9-259E-4729-A670-16C988F87B89}" type="presParOf" srcId="{B2A9664D-F488-4D02-9EC6-2B7A4A178325}" destId="{FC1FCF30-63E0-41CA-AB68-E5C6D25303A8}" srcOrd="1" destOrd="0" presId="urn:microsoft.com/office/officeart/2005/8/layout/StepDownProcess"/>
    <dgm:cxn modelId="{B6B55392-5422-4C75-8EB9-E7ABCD557F79}" type="presParOf" srcId="{B2A9664D-F488-4D02-9EC6-2B7A4A178325}" destId="{E4BBFED2-37A4-4B7A-9BFA-386246A21FB3}" srcOrd="2" destOrd="0" presId="urn:microsoft.com/office/officeart/2005/8/layout/StepDownProcess"/>
    <dgm:cxn modelId="{9D42C7C8-4795-412B-BDF4-E755227B5B0C}" type="presParOf" srcId="{89597940-02F4-4D92-9EA3-46DB8A19F25E}" destId="{BDCD8A81-6503-4DAB-9707-75100EC1747B}" srcOrd="11" destOrd="0" presId="urn:microsoft.com/office/officeart/2005/8/layout/StepDownProcess"/>
    <dgm:cxn modelId="{4D702FC5-63A9-47B5-850D-3D59467D2243}" type="presParOf" srcId="{89597940-02F4-4D92-9EA3-46DB8A19F25E}" destId="{28CC5A70-4A39-48AE-A3AD-9455A986A4C2}" srcOrd="12" destOrd="0" presId="urn:microsoft.com/office/officeart/2005/8/layout/StepDownProcess"/>
    <dgm:cxn modelId="{692A6502-87D6-46AC-86DD-53EBD579F0AD}" type="presParOf" srcId="{28CC5A70-4A39-48AE-A3AD-9455A986A4C2}" destId="{E5DB9150-40FD-40D8-BE71-EABA5D7554F9}" srcOrd="0" destOrd="0" presId="urn:microsoft.com/office/officeart/2005/8/layout/StepDownProcess"/>
    <dgm:cxn modelId="{E27695B0-3179-44FD-BA53-9E365B4AD096}" type="presParOf" srcId="{28CC5A70-4A39-48AE-A3AD-9455A986A4C2}" destId="{7041AF51-9C30-494B-8DB7-7C090B91AA7A}" srcOrd="1" destOrd="0" presId="urn:microsoft.com/office/officeart/2005/8/layout/StepDownProcess"/>
    <dgm:cxn modelId="{8AA1B3E5-79AA-4340-93A5-874641632696}" type="presParOf" srcId="{28CC5A70-4A39-48AE-A3AD-9455A986A4C2}" destId="{700A0025-77C1-4099-B084-F9DBDBD4FE11}" srcOrd="2" destOrd="0" presId="urn:microsoft.com/office/officeart/2005/8/layout/StepDownProcess"/>
    <dgm:cxn modelId="{B9163A19-BB97-476C-B3E2-277C4F55AA16}" type="presParOf" srcId="{89597940-02F4-4D92-9EA3-46DB8A19F25E}" destId="{F87C0D2A-8479-4B9A-8474-DC17DE0EA441}" srcOrd="13" destOrd="0" presId="urn:microsoft.com/office/officeart/2005/8/layout/StepDownProcess"/>
    <dgm:cxn modelId="{8E391FAC-B0AA-493D-A7A2-6256CC66B1BB}" type="presParOf" srcId="{89597940-02F4-4D92-9EA3-46DB8A19F25E}" destId="{E587464B-2026-4604-871C-FD80866B056F}" srcOrd="14" destOrd="0" presId="urn:microsoft.com/office/officeart/2005/8/layout/StepDownProcess"/>
    <dgm:cxn modelId="{10BCB63F-3328-449C-928E-2B72023E4E10}" type="presParOf" srcId="{E587464B-2026-4604-871C-FD80866B056F}" destId="{947EB4AA-C746-475E-9671-87F5D6AC7E9A}" srcOrd="0" destOrd="0" presId="urn:microsoft.com/office/officeart/2005/8/layout/StepDownProcess"/>
    <dgm:cxn modelId="{09426001-F1F2-4CDD-B8DA-DE9865F26F24}" type="presParOf" srcId="{E587464B-2026-4604-871C-FD80866B056F}" destId="{360C519B-6F6A-48A4-A28C-22EEAD356E15}" srcOrd="1" destOrd="0" presId="urn:microsoft.com/office/officeart/2005/8/layout/StepDownProcess"/>
    <dgm:cxn modelId="{FA341555-A467-4BA1-B56A-4FF1FC503D88}" type="presParOf" srcId="{E587464B-2026-4604-871C-FD80866B056F}" destId="{340AA115-4DEF-4296-B1E5-043CA6F2E1E1}" srcOrd="2" destOrd="0" presId="urn:microsoft.com/office/officeart/2005/8/layout/StepDownProcess"/>
    <dgm:cxn modelId="{3377193E-E36E-4A0E-85C7-D58E34D453E3}" type="presParOf" srcId="{89597940-02F4-4D92-9EA3-46DB8A19F25E}" destId="{032D56FD-FDC0-41B6-B2B7-84E5D3E52EB3}" srcOrd="15" destOrd="0" presId="urn:microsoft.com/office/officeart/2005/8/layout/StepDownProcess"/>
    <dgm:cxn modelId="{F6B0E48D-E269-4244-A15E-CDF60BA44A4F}" type="presParOf" srcId="{89597940-02F4-4D92-9EA3-46DB8A19F25E}" destId="{74E0FBFC-52D0-4958-BB99-25B89B80D583}" srcOrd="16" destOrd="0" presId="urn:microsoft.com/office/officeart/2005/8/layout/StepDownProcess"/>
    <dgm:cxn modelId="{70D1AF62-7CFF-4268-8C76-D828EE72B723}" type="presParOf" srcId="{74E0FBFC-52D0-4958-BB99-25B89B80D583}" destId="{A4B56888-C2AD-4896-9B6D-A5BBCDA00C54}" srcOrd="0" destOrd="0" presId="urn:microsoft.com/office/officeart/2005/8/layout/StepDownProcess"/>
    <dgm:cxn modelId="{5BEEBCF5-6281-4A83-A5D0-34B74167A31B}" type="presParOf" srcId="{74E0FBFC-52D0-4958-BB99-25B89B80D583}" destId="{92200C0C-D86F-42F5-90E5-71D696F7E07F}" srcOrd="1" destOrd="0" presId="urn:microsoft.com/office/officeart/2005/8/layout/StepDownProcess"/>
    <dgm:cxn modelId="{7D973D2D-6841-4F5D-9A00-FA1B1FBE0238}" type="presParOf" srcId="{74E0FBFC-52D0-4958-BB99-25B89B80D583}" destId="{C8DB719E-8952-45FB-8D87-266EFAA074AA}" srcOrd="2" destOrd="0" presId="urn:microsoft.com/office/officeart/2005/8/layout/StepDownProcess"/>
    <dgm:cxn modelId="{34D9C8AA-B125-43C4-9A2A-4A02F4D5D57C}" type="presParOf" srcId="{89597940-02F4-4D92-9EA3-46DB8A19F25E}" destId="{F54E2C5C-DB62-408C-94FC-DBAC0920580C}" srcOrd="17" destOrd="0" presId="urn:microsoft.com/office/officeart/2005/8/layout/StepDownProcess"/>
    <dgm:cxn modelId="{4ADD45D5-088A-41A2-B970-4747BA995B09}" type="presParOf" srcId="{89597940-02F4-4D92-9EA3-46DB8A19F25E}" destId="{5D0989B0-1CCB-4A59-B593-287296384B99}" srcOrd="18" destOrd="0" presId="urn:microsoft.com/office/officeart/2005/8/layout/StepDownProcess"/>
    <dgm:cxn modelId="{D3ECF9D7-FB8C-47D0-B91B-A2702B983052}" type="presParOf" srcId="{5D0989B0-1CCB-4A59-B593-287296384B99}" destId="{66848736-5250-4FBF-84DA-FF0176842B0C}" srcOrd="0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74B90F-C786-4BB7-BD1F-2CDD19FEFE7B}">
      <dsp:nvSpPr>
        <dsp:cNvPr id="0" name=""/>
        <dsp:cNvSpPr/>
      </dsp:nvSpPr>
      <dsp:spPr>
        <a:xfrm rot="5400000">
          <a:off x="2231377" y="379636"/>
          <a:ext cx="326211" cy="431033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5C1D5475-876E-4F5A-8EFF-2055346F2DF8}">
      <dsp:nvSpPr>
        <dsp:cNvPr id="0" name=""/>
        <dsp:cNvSpPr/>
      </dsp:nvSpPr>
      <dsp:spPr>
        <a:xfrm>
          <a:off x="1962942" y="30555"/>
          <a:ext cx="1422136" cy="390081"/>
        </a:xfrm>
        <a:prstGeom prst="roundRect">
          <a:avLst>
            <a:gd name="adj" fmla="val 1667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Dataset</a:t>
          </a:r>
          <a:endParaRPr lang="en-IN" sz="1600" kern="1200" dirty="0"/>
        </a:p>
      </dsp:txBody>
      <dsp:txXfrm>
        <a:off x="1981988" y="49601"/>
        <a:ext cx="1384044" cy="351989"/>
      </dsp:txXfrm>
    </dsp:sp>
    <dsp:sp modelId="{6213E0E3-B512-4879-8551-FB16151D16FC}">
      <dsp:nvSpPr>
        <dsp:cNvPr id="0" name=""/>
        <dsp:cNvSpPr/>
      </dsp:nvSpPr>
      <dsp:spPr>
        <a:xfrm>
          <a:off x="2952653" y="67758"/>
          <a:ext cx="405316" cy="3152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1B77891-4679-4343-8FAA-03841E0BC9CD}">
      <dsp:nvSpPr>
        <dsp:cNvPr id="0" name=""/>
        <dsp:cNvSpPr/>
      </dsp:nvSpPr>
      <dsp:spPr>
        <a:xfrm rot="5400000">
          <a:off x="2975245" y="841177"/>
          <a:ext cx="331045" cy="376883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61B1DBDE-1CAF-4E9A-BBFF-1DEB5E083A5F}">
      <dsp:nvSpPr>
        <dsp:cNvPr id="0" name=""/>
        <dsp:cNvSpPr/>
      </dsp:nvSpPr>
      <dsp:spPr>
        <a:xfrm>
          <a:off x="2645567" y="466328"/>
          <a:ext cx="1321997" cy="390081"/>
        </a:xfrm>
        <a:prstGeom prst="roundRect">
          <a:avLst>
            <a:gd name="adj" fmla="val 1667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Inspection</a:t>
          </a:r>
          <a:endParaRPr lang="en-IN" sz="1600" kern="1200" dirty="0"/>
        </a:p>
      </dsp:txBody>
      <dsp:txXfrm>
        <a:off x="2664613" y="485374"/>
        <a:ext cx="1283905" cy="351989"/>
      </dsp:txXfrm>
    </dsp:sp>
    <dsp:sp modelId="{387C727E-AB26-413F-83A3-24213747A118}">
      <dsp:nvSpPr>
        <dsp:cNvPr id="0" name=""/>
        <dsp:cNvSpPr/>
      </dsp:nvSpPr>
      <dsp:spPr>
        <a:xfrm>
          <a:off x="3585209" y="503531"/>
          <a:ext cx="405316" cy="3152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BD6039D-56F3-401A-A7F5-C80999EB7F5D}">
      <dsp:nvSpPr>
        <dsp:cNvPr id="0" name=""/>
        <dsp:cNvSpPr/>
      </dsp:nvSpPr>
      <dsp:spPr>
        <a:xfrm rot="5400000">
          <a:off x="3642049" y="1273224"/>
          <a:ext cx="331045" cy="376883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2C73832B-0830-4672-81AA-DFF0E9E111C3}">
      <dsp:nvSpPr>
        <dsp:cNvPr id="0" name=""/>
        <dsp:cNvSpPr/>
      </dsp:nvSpPr>
      <dsp:spPr>
        <a:xfrm>
          <a:off x="3328193" y="904519"/>
          <a:ext cx="1108869" cy="390081"/>
        </a:xfrm>
        <a:prstGeom prst="roundRect">
          <a:avLst>
            <a:gd name="adj" fmla="val 1667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Cleaning</a:t>
          </a:r>
        </a:p>
      </dsp:txBody>
      <dsp:txXfrm>
        <a:off x="3347239" y="923565"/>
        <a:ext cx="1070777" cy="351989"/>
      </dsp:txXfrm>
    </dsp:sp>
    <dsp:sp modelId="{4B890134-6F1C-433F-A81C-D24915CECD27}">
      <dsp:nvSpPr>
        <dsp:cNvPr id="0" name=""/>
        <dsp:cNvSpPr/>
      </dsp:nvSpPr>
      <dsp:spPr>
        <a:xfrm>
          <a:off x="4161270" y="941722"/>
          <a:ext cx="405316" cy="3152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83C0791-E523-4A0F-A354-84C48E45EC91}">
      <dsp:nvSpPr>
        <dsp:cNvPr id="0" name=""/>
        <dsp:cNvSpPr/>
      </dsp:nvSpPr>
      <dsp:spPr>
        <a:xfrm rot="5400000">
          <a:off x="4339765" y="1709679"/>
          <a:ext cx="331045" cy="376883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942FD322-3D87-4A5D-8C6B-48969DF512C8}">
      <dsp:nvSpPr>
        <dsp:cNvPr id="0" name=""/>
        <dsp:cNvSpPr/>
      </dsp:nvSpPr>
      <dsp:spPr>
        <a:xfrm>
          <a:off x="4010818" y="1342709"/>
          <a:ext cx="1039766" cy="390081"/>
        </a:xfrm>
        <a:prstGeom prst="roundRect">
          <a:avLst>
            <a:gd name="adj" fmla="val 1667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Univariate</a:t>
          </a:r>
        </a:p>
      </dsp:txBody>
      <dsp:txXfrm>
        <a:off x="4029864" y="1361755"/>
        <a:ext cx="1001674" cy="351989"/>
      </dsp:txXfrm>
    </dsp:sp>
    <dsp:sp modelId="{86150115-AF4E-4C88-A7D7-4BAC499F899B}">
      <dsp:nvSpPr>
        <dsp:cNvPr id="0" name=""/>
        <dsp:cNvSpPr/>
      </dsp:nvSpPr>
      <dsp:spPr>
        <a:xfrm>
          <a:off x="4809344" y="1379912"/>
          <a:ext cx="405316" cy="3152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71FDD97-472C-414F-9038-6DF4CF2552DB}">
      <dsp:nvSpPr>
        <dsp:cNvPr id="0" name=""/>
        <dsp:cNvSpPr/>
      </dsp:nvSpPr>
      <dsp:spPr>
        <a:xfrm rot="5400000">
          <a:off x="4991472" y="2137322"/>
          <a:ext cx="331045" cy="376883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BDB8A868-54E2-4D36-9D8B-116F44E0B369}">
      <dsp:nvSpPr>
        <dsp:cNvPr id="0" name=""/>
        <dsp:cNvSpPr/>
      </dsp:nvSpPr>
      <dsp:spPr>
        <a:xfrm>
          <a:off x="4693443" y="1780899"/>
          <a:ext cx="970662" cy="390081"/>
        </a:xfrm>
        <a:prstGeom prst="roundRect">
          <a:avLst>
            <a:gd name="adj" fmla="val 1667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Outlier</a:t>
          </a:r>
        </a:p>
      </dsp:txBody>
      <dsp:txXfrm>
        <a:off x="4712489" y="1799945"/>
        <a:ext cx="932570" cy="351989"/>
      </dsp:txXfrm>
    </dsp:sp>
    <dsp:sp modelId="{C50AFD22-2620-4E83-842B-C7B839EB80ED}">
      <dsp:nvSpPr>
        <dsp:cNvPr id="0" name=""/>
        <dsp:cNvSpPr/>
      </dsp:nvSpPr>
      <dsp:spPr>
        <a:xfrm>
          <a:off x="5457417" y="1818102"/>
          <a:ext cx="405316" cy="3152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D76A5D1-75D1-441E-B603-90A854682E02}">
      <dsp:nvSpPr>
        <dsp:cNvPr id="0" name=""/>
        <dsp:cNvSpPr/>
      </dsp:nvSpPr>
      <dsp:spPr>
        <a:xfrm rot="5400000">
          <a:off x="5711550" y="2569368"/>
          <a:ext cx="331045" cy="376883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FC1FCF30-63E0-41CA-AB68-E5C6D25303A8}">
      <dsp:nvSpPr>
        <dsp:cNvPr id="0" name=""/>
        <dsp:cNvSpPr/>
      </dsp:nvSpPr>
      <dsp:spPr>
        <a:xfrm>
          <a:off x="5376069" y="2219090"/>
          <a:ext cx="901553" cy="390081"/>
        </a:xfrm>
        <a:prstGeom prst="roundRect">
          <a:avLst>
            <a:gd name="adj" fmla="val 1667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Bivariate</a:t>
          </a:r>
        </a:p>
      </dsp:txBody>
      <dsp:txXfrm>
        <a:off x="5395115" y="2238136"/>
        <a:ext cx="863461" cy="351989"/>
      </dsp:txXfrm>
    </dsp:sp>
    <dsp:sp modelId="{E4BBFED2-37A4-4B7A-9BFA-386246A21FB3}">
      <dsp:nvSpPr>
        <dsp:cNvPr id="0" name=""/>
        <dsp:cNvSpPr/>
      </dsp:nvSpPr>
      <dsp:spPr>
        <a:xfrm>
          <a:off x="6105488" y="2256293"/>
          <a:ext cx="405316" cy="3152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5DB9150-40FD-40D8-BE71-EABA5D7554F9}">
      <dsp:nvSpPr>
        <dsp:cNvPr id="0" name=""/>
        <dsp:cNvSpPr/>
      </dsp:nvSpPr>
      <dsp:spPr>
        <a:xfrm rot="5400000">
          <a:off x="6359621" y="3001418"/>
          <a:ext cx="331045" cy="376883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7041AF51-9C30-494B-8DB7-7C090B91AA7A}">
      <dsp:nvSpPr>
        <dsp:cNvPr id="0" name=""/>
        <dsp:cNvSpPr/>
      </dsp:nvSpPr>
      <dsp:spPr>
        <a:xfrm>
          <a:off x="6058694" y="2657280"/>
          <a:ext cx="1201194" cy="390081"/>
        </a:xfrm>
        <a:prstGeom prst="roundRect">
          <a:avLst>
            <a:gd name="adj" fmla="val 1667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Correlation</a:t>
          </a:r>
        </a:p>
      </dsp:txBody>
      <dsp:txXfrm>
        <a:off x="6077740" y="2676326"/>
        <a:ext cx="1163102" cy="351989"/>
      </dsp:txXfrm>
    </dsp:sp>
    <dsp:sp modelId="{700A0025-77C1-4099-B084-F9DBDBD4FE11}">
      <dsp:nvSpPr>
        <dsp:cNvPr id="0" name=""/>
        <dsp:cNvSpPr/>
      </dsp:nvSpPr>
      <dsp:spPr>
        <a:xfrm>
          <a:off x="6937934" y="2694483"/>
          <a:ext cx="405316" cy="3152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47EB4AA-C746-475E-9671-87F5D6AC7E9A}">
      <dsp:nvSpPr>
        <dsp:cNvPr id="0" name=""/>
        <dsp:cNvSpPr/>
      </dsp:nvSpPr>
      <dsp:spPr>
        <a:xfrm rot="5400000">
          <a:off x="7079702" y="3433464"/>
          <a:ext cx="331045" cy="376883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360C519B-6F6A-48A4-A28C-22EEAD356E15}">
      <dsp:nvSpPr>
        <dsp:cNvPr id="0" name=""/>
        <dsp:cNvSpPr/>
      </dsp:nvSpPr>
      <dsp:spPr>
        <a:xfrm>
          <a:off x="6741319" y="3095470"/>
          <a:ext cx="1345202" cy="390081"/>
        </a:xfrm>
        <a:prstGeom prst="roundRect">
          <a:avLst>
            <a:gd name="adj" fmla="val 1667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Multivariate</a:t>
          </a:r>
        </a:p>
      </dsp:txBody>
      <dsp:txXfrm>
        <a:off x="6760365" y="3114516"/>
        <a:ext cx="1307110" cy="351989"/>
      </dsp:txXfrm>
    </dsp:sp>
    <dsp:sp modelId="{340AA115-4DEF-4296-B1E5-043CA6F2E1E1}">
      <dsp:nvSpPr>
        <dsp:cNvPr id="0" name=""/>
        <dsp:cNvSpPr/>
      </dsp:nvSpPr>
      <dsp:spPr>
        <a:xfrm>
          <a:off x="7692563" y="3132673"/>
          <a:ext cx="405316" cy="3152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4B56888-C2AD-4896-9B6D-A5BBCDA00C54}">
      <dsp:nvSpPr>
        <dsp:cNvPr id="0" name=""/>
        <dsp:cNvSpPr/>
      </dsp:nvSpPr>
      <dsp:spPr>
        <a:xfrm rot="5400000">
          <a:off x="8159824" y="3937522"/>
          <a:ext cx="331045" cy="376883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92200C0C-D86F-42F5-90E5-71D696F7E07F}">
      <dsp:nvSpPr>
        <dsp:cNvPr id="0" name=""/>
        <dsp:cNvSpPr/>
      </dsp:nvSpPr>
      <dsp:spPr>
        <a:xfrm>
          <a:off x="7423945" y="3533660"/>
          <a:ext cx="1990377" cy="390081"/>
        </a:xfrm>
        <a:prstGeom prst="roundRect">
          <a:avLst>
            <a:gd name="adj" fmla="val 1667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Business Insights</a:t>
          </a:r>
        </a:p>
      </dsp:txBody>
      <dsp:txXfrm>
        <a:off x="7442991" y="3552706"/>
        <a:ext cx="1952285" cy="351989"/>
      </dsp:txXfrm>
    </dsp:sp>
    <dsp:sp modelId="{C8DB719E-8952-45FB-8D87-266EFAA074AA}">
      <dsp:nvSpPr>
        <dsp:cNvPr id="0" name=""/>
        <dsp:cNvSpPr/>
      </dsp:nvSpPr>
      <dsp:spPr>
        <a:xfrm>
          <a:off x="8697776" y="3570864"/>
          <a:ext cx="405316" cy="3152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6848736-5250-4FBF-84DA-FF0176842B0C}">
      <dsp:nvSpPr>
        <dsp:cNvPr id="0" name=""/>
        <dsp:cNvSpPr/>
      </dsp:nvSpPr>
      <dsp:spPr>
        <a:xfrm>
          <a:off x="8496943" y="3960441"/>
          <a:ext cx="1451766" cy="390081"/>
        </a:xfrm>
        <a:prstGeom prst="roundRect">
          <a:avLst>
            <a:gd name="adj" fmla="val 1667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Conclusion</a:t>
          </a:r>
        </a:p>
      </dsp:txBody>
      <dsp:txXfrm>
        <a:off x="8515989" y="3979487"/>
        <a:ext cx="1413674" cy="3519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38E1A5-DF98-4D7F-AAA4-8C7107BFDE37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9B96EF-B403-4998-AB30-876B106B17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0860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9B96EF-B403-4998-AB30-876B106B17E0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96756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1BDCD-9193-4860-B347-94AD08F8FD51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3F49D-E3FD-4E3E-AA2E-2C89D7C285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0732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1BDCD-9193-4860-B347-94AD08F8FD51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3F49D-E3FD-4E3E-AA2E-2C89D7C285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4994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1BDCD-9193-4860-B347-94AD08F8FD51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3F49D-E3FD-4E3E-AA2E-2C89D7C285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3490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1BDCD-9193-4860-B347-94AD08F8FD51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3F49D-E3FD-4E3E-AA2E-2C89D7C285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6199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1BDCD-9193-4860-B347-94AD08F8FD51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3F49D-E3FD-4E3E-AA2E-2C89D7C285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28238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1BDCD-9193-4860-B347-94AD08F8FD51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3F49D-E3FD-4E3E-AA2E-2C89D7C285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7583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1BDCD-9193-4860-B347-94AD08F8FD51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3F49D-E3FD-4E3E-AA2E-2C89D7C285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6641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1BDCD-9193-4860-B347-94AD08F8FD51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3F49D-E3FD-4E3E-AA2E-2C89D7C285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2816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1BDCD-9193-4860-B347-94AD08F8FD51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3F49D-E3FD-4E3E-AA2E-2C89D7C285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2144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1BDCD-9193-4860-B347-94AD08F8FD51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3F49D-E3FD-4E3E-AA2E-2C89D7C285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3306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1BDCD-9193-4860-B347-94AD08F8FD51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3F49D-E3FD-4E3E-AA2E-2C89D7C285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7990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B1BDCD-9193-4860-B347-94AD08F8FD51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F3F49D-E3FD-4E3E-AA2E-2C89D7C285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6403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2899" y="2132856"/>
            <a:ext cx="7772400" cy="1470025"/>
          </a:xfrm>
        </p:spPr>
        <p:txBody>
          <a:bodyPr>
            <a:normAutofit/>
          </a:bodyPr>
          <a:lstStyle/>
          <a:p>
            <a:r>
              <a:rPr lang="en-IN" sz="3600" b="1" dirty="0" smtClean="0"/>
              <a:t>Exploratory Data Analysis (EDA) </a:t>
            </a:r>
            <a:br>
              <a:rPr lang="en-IN" sz="3600" b="1" dirty="0" smtClean="0"/>
            </a:br>
            <a:r>
              <a:rPr lang="en-IN" sz="3600" b="1" dirty="0" smtClean="0"/>
              <a:t>of Industry Dataset</a:t>
            </a:r>
            <a:endParaRPr lang="en-IN" sz="36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8699" y="4005064"/>
            <a:ext cx="6400800" cy="1752600"/>
          </a:xfrm>
        </p:spPr>
        <p:txBody>
          <a:bodyPr>
            <a:normAutofit fontScale="92500" lnSpcReduction="20000"/>
          </a:bodyPr>
          <a:lstStyle/>
          <a:p>
            <a:r>
              <a:rPr lang="en-IN" sz="2200" b="1" dirty="0" smtClean="0"/>
              <a:t>Industry Performance and Business Insights</a:t>
            </a:r>
          </a:p>
          <a:p>
            <a:endParaRPr lang="en-IN" sz="2000" b="1" dirty="0"/>
          </a:p>
          <a:p>
            <a:r>
              <a:rPr lang="en-IN" sz="1800" b="1" dirty="0" smtClean="0"/>
              <a:t>Presented by : </a:t>
            </a:r>
          </a:p>
          <a:p>
            <a:r>
              <a:rPr lang="en-IN" sz="1800" b="1" dirty="0" err="1" smtClean="0"/>
              <a:t>Bhawna</a:t>
            </a:r>
            <a:r>
              <a:rPr lang="en-IN" sz="1800" b="1" dirty="0" smtClean="0"/>
              <a:t> </a:t>
            </a:r>
            <a:r>
              <a:rPr lang="en-IN" sz="1800" b="1" dirty="0" err="1" smtClean="0"/>
              <a:t>Chouhan</a:t>
            </a:r>
            <a:endParaRPr lang="en-IN" sz="1800" b="1" dirty="0" smtClean="0"/>
          </a:p>
          <a:p>
            <a:endParaRPr lang="en-IN" sz="1800" b="1" dirty="0" smtClean="0"/>
          </a:p>
          <a:p>
            <a:r>
              <a:rPr lang="en-IN" sz="1800" b="1" dirty="0" smtClean="0"/>
              <a:t>Industry Dataset Analysis Project</a:t>
            </a:r>
            <a:endParaRPr lang="en-IN" sz="1800" b="1" dirty="0"/>
          </a:p>
        </p:txBody>
      </p:sp>
      <p:sp>
        <p:nvSpPr>
          <p:cNvPr id="5" name="Rectangle 4"/>
          <p:cNvSpPr/>
          <p:nvPr/>
        </p:nvSpPr>
        <p:spPr>
          <a:xfrm>
            <a:off x="7099" y="260648"/>
            <a:ext cx="9144000" cy="4006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8897" y="1268760"/>
            <a:ext cx="720080" cy="72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2349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474339"/>
            <a:ext cx="8229600" cy="1183568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 smtClean="0"/>
              <a:t>Project Overview</a:t>
            </a:r>
            <a:endParaRPr lang="en-IN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 </a:t>
            </a:r>
            <a:r>
              <a:rPr lang="en-US" sz="1800" dirty="0" smtClean="0"/>
              <a:t>     </a:t>
            </a:r>
            <a:r>
              <a:rPr lang="en-US" sz="2000" b="1" dirty="0" smtClean="0"/>
              <a:t>Objectives</a:t>
            </a:r>
            <a:r>
              <a:rPr lang="en-US" sz="2000" dirty="0" smtClean="0"/>
              <a:t>     		                     </a:t>
            </a:r>
            <a:r>
              <a:rPr lang="en-US" sz="2000" b="1" dirty="0"/>
              <a:t>Dataset </a:t>
            </a:r>
            <a:r>
              <a:rPr lang="en-US" sz="2000" b="1" dirty="0" smtClean="0"/>
              <a:t>Information</a:t>
            </a:r>
          </a:p>
          <a:p>
            <a:pPr marL="0" indent="0">
              <a:buNone/>
            </a:pPr>
            <a:r>
              <a:rPr lang="en-US" sz="2000" dirty="0" smtClean="0"/>
              <a:t>		</a:t>
            </a:r>
          </a:p>
          <a:p>
            <a:r>
              <a:rPr lang="en-US" sz="1800" dirty="0" smtClean="0"/>
              <a:t>Analyze  Dataset		      15,000 Records</a:t>
            </a:r>
          </a:p>
          <a:p>
            <a:r>
              <a:rPr lang="en-US" sz="1800" dirty="0" smtClean="0"/>
              <a:t>Find Patterns			       12 Features</a:t>
            </a:r>
          </a:p>
          <a:p>
            <a:r>
              <a:rPr lang="en-US" sz="1800" dirty="0" smtClean="0"/>
              <a:t>Study Relationships		        6 Numerical Variables</a:t>
            </a:r>
          </a:p>
          <a:p>
            <a:r>
              <a:rPr lang="en-US" sz="1800" dirty="0" smtClean="0"/>
              <a:t>Generate Insights		        4 Categorical Variables</a:t>
            </a:r>
          </a:p>
          <a:p>
            <a:r>
              <a:rPr lang="en-US" sz="1800" dirty="0" smtClean="0"/>
              <a:t>Support Decision making	       	        1 Date Variable</a:t>
            </a:r>
          </a:p>
          <a:p>
            <a:endParaRPr lang="en-US" sz="1800" dirty="0" smtClean="0"/>
          </a:p>
          <a:p>
            <a:endParaRPr lang="en-US" sz="1800" dirty="0"/>
          </a:p>
          <a:p>
            <a:pPr marL="0" indent="0" algn="ctr">
              <a:buNone/>
            </a:pPr>
            <a:r>
              <a:rPr lang="en-US" sz="2000" b="1" dirty="0" smtClean="0"/>
              <a:t>Key Objective : </a:t>
            </a:r>
            <a:r>
              <a:rPr lang="en-US" sz="1800" i="1" dirty="0" smtClean="0">
                <a:solidFill>
                  <a:schemeClr val="accent1">
                    <a:lumMod val="75000"/>
                  </a:schemeClr>
                </a:solidFill>
              </a:rPr>
              <a:t>Transform raw company data into meaningful business insights </a:t>
            </a:r>
          </a:p>
          <a:p>
            <a:pPr marL="0" indent="0" algn="ctr">
              <a:buNone/>
            </a:pPr>
            <a:r>
              <a:rPr lang="en-US" sz="1800" b="1" i="1" dirty="0">
                <a:solidFill>
                  <a:schemeClr val="accent1">
                    <a:lumMod val="75000"/>
                  </a:schemeClr>
                </a:solidFill>
              </a:rPr>
              <a:t>	 </a:t>
            </a:r>
            <a:r>
              <a:rPr lang="en-US" sz="1800" b="1" i="1" dirty="0" smtClean="0">
                <a:solidFill>
                  <a:schemeClr val="accent1">
                    <a:lumMod val="75000"/>
                  </a:schemeClr>
                </a:solidFill>
              </a:rPr>
              <a:t>             </a:t>
            </a:r>
            <a:r>
              <a:rPr lang="en-US" sz="1800" i="1" dirty="0" smtClean="0">
                <a:solidFill>
                  <a:schemeClr val="accent1">
                    <a:lumMod val="75000"/>
                  </a:schemeClr>
                </a:solidFill>
              </a:rPr>
              <a:t>using </a:t>
            </a:r>
            <a:r>
              <a:rPr lang="en-US" sz="1800" b="1" i="1" dirty="0" smtClean="0">
                <a:solidFill>
                  <a:schemeClr val="accent1">
                    <a:lumMod val="75000"/>
                  </a:schemeClr>
                </a:solidFill>
              </a:rPr>
              <a:t>Exploratory Data Analysis ( EDA ) </a:t>
            </a:r>
            <a:r>
              <a:rPr lang="en-US" sz="1800" i="1" dirty="0" smtClean="0">
                <a:solidFill>
                  <a:schemeClr val="accent1">
                    <a:lumMod val="75000"/>
                  </a:schemeClr>
                </a:solidFill>
              </a:rPr>
              <a:t>.</a:t>
            </a:r>
            <a:endParaRPr lang="en-US" sz="2000" i="1" dirty="0" smtClean="0">
              <a:solidFill>
                <a:schemeClr val="accent1">
                  <a:lumMod val="75000"/>
                </a:schemeClr>
              </a:solidFill>
            </a:endParaRPr>
          </a:p>
          <a:p>
            <a:endParaRPr lang="en-IN" sz="1800" dirty="0"/>
          </a:p>
        </p:txBody>
      </p:sp>
      <p:sp>
        <p:nvSpPr>
          <p:cNvPr id="4" name="Rectangle 3"/>
          <p:cNvSpPr/>
          <p:nvPr/>
        </p:nvSpPr>
        <p:spPr>
          <a:xfrm>
            <a:off x="7099" y="260648"/>
            <a:ext cx="9144000" cy="4006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7713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299" y="460952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 smtClean="0"/>
              <a:t>Project Workflow</a:t>
            </a:r>
            <a:endParaRPr lang="en-IN" sz="3600" b="1" dirty="0"/>
          </a:p>
        </p:txBody>
      </p:sp>
      <p:sp>
        <p:nvSpPr>
          <p:cNvPr id="4" name="Rectangle 3"/>
          <p:cNvSpPr/>
          <p:nvPr/>
        </p:nvSpPr>
        <p:spPr>
          <a:xfrm>
            <a:off x="7099" y="260648"/>
            <a:ext cx="9144000" cy="4006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41168"/>
          </a:xfrm>
        </p:spPr>
        <p:txBody>
          <a:bodyPr>
            <a:normAutofit lnSpcReduction="10000"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pPr marL="0" indent="0">
              <a:buNone/>
            </a:pPr>
            <a:r>
              <a:rPr lang="en-US" sz="1800" i="1" dirty="0" smtClean="0">
                <a:solidFill>
                  <a:schemeClr val="accent1">
                    <a:lumMod val="75000"/>
                  </a:schemeClr>
                </a:solidFill>
              </a:rPr>
              <a:t>The project follows a structured EDA workflow , transforming raw data into business insights .</a:t>
            </a:r>
            <a:endParaRPr lang="en-IN" sz="1800" i="1" dirty="0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9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24725113"/>
              </p:ext>
            </p:extLst>
          </p:nvPr>
        </p:nvGraphicFramePr>
        <p:xfrm>
          <a:off x="-1188640" y="1412776"/>
          <a:ext cx="11521280" cy="43924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3900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460952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 smtClean="0"/>
              <a:t>Data Inspection &amp; Cleaning</a:t>
            </a:r>
            <a:endParaRPr lang="en-IN" sz="3600" b="1" dirty="0"/>
          </a:p>
        </p:txBody>
      </p:sp>
      <p:sp>
        <p:nvSpPr>
          <p:cNvPr id="4" name="Rectangle 3"/>
          <p:cNvSpPr/>
          <p:nvPr/>
        </p:nvSpPr>
        <p:spPr>
          <a:xfrm>
            <a:off x="7099" y="260648"/>
            <a:ext cx="9144000" cy="4006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484784"/>
            <a:ext cx="5184576" cy="3600400"/>
          </a:xfrm>
        </p:spPr>
      </p:pic>
      <p:sp>
        <p:nvSpPr>
          <p:cNvPr id="8" name="TextBox 7"/>
          <p:cNvSpPr txBox="1"/>
          <p:nvPr/>
        </p:nvSpPr>
        <p:spPr>
          <a:xfrm>
            <a:off x="5436096" y="1700808"/>
            <a:ext cx="331236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Data Quality Checks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/>
              <a:t>Data Successfully </a:t>
            </a:r>
            <a:r>
              <a:rPr lang="en-US" sz="2000" dirty="0" smtClean="0"/>
              <a:t>Loaded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 smtClean="0"/>
              <a:t>Missing Values Checked</a:t>
            </a:r>
            <a:endParaRPr lang="en-US" sz="2000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Duplicate Records Checked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Data Types Verified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Date Column Formatted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Dataset Prepared For Analysis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Data Successfully Loaded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 smtClean="0"/>
          </a:p>
        </p:txBody>
      </p:sp>
      <p:sp>
        <p:nvSpPr>
          <p:cNvPr id="9" name="TextBox 8"/>
          <p:cNvSpPr txBox="1"/>
          <p:nvPr/>
        </p:nvSpPr>
        <p:spPr>
          <a:xfrm>
            <a:off x="755576" y="5733256"/>
            <a:ext cx="72524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The dataset was clean and required minimal preprocessing before analysis .</a:t>
            </a:r>
            <a:endParaRPr lang="en-IN" i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30001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476672"/>
            <a:ext cx="8229600" cy="1296144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 smtClean="0"/>
              <a:t>Descriptive Statistics Summary</a:t>
            </a:r>
            <a:endParaRPr lang="en-IN" sz="3600" b="1" dirty="0"/>
          </a:p>
        </p:txBody>
      </p:sp>
      <p:sp>
        <p:nvSpPr>
          <p:cNvPr id="4" name="Rectangle 3"/>
          <p:cNvSpPr/>
          <p:nvPr/>
        </p:nvSpPr>
        <p:spPr>
          <a:xfrm>
            <a:off x="7099" y="260648"/>
            <a:ext cx="9144000" cy="4006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6804248" y="1780118"/>
            <a:ext cx="2339752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Used: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dirty="0" smtClean="0"/>
              <a:t>Count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dirty="0" smtClean="0"/>
              <a:t>Mean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dirty="0" smtClean="0"/>
              <a:t>Standard Deviation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dirty="0" smtClean="0"/>
              <a:t>Minimum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dirty="0" smtClean="0"/>
              <a:t>25</a:t>
            </a:r>
            <a:r>
              <a:rPr lang="en-US" baseline="30000" dirty="0" smtClean="0"/>
              <a:t>th</a:t>
            </a:r>
            <a:r>
              <a:rPr lang="en-US" dirty="0" smtClean="0"/>
              <a:t> Percentile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dirty="0" smtClean="0"/>
              <a:t>Median(50%)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dirty="0" smtClean="0"/>
              <a:t>75</a:t>
            </a:r>
            <a:r>
              <a:rPr lang="en-US" baseline="30000" dirty="0" smtClean="0"/>
              <a:t>th</a:t>
            </a:r>
            <a:r>
              <a:rPr lang="en-US" dirty="0" smtClean="0"/>
              <a:t> Percentile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dirty="0" err="1" smtClean="0"/>
              <a:t>Maximun</a:t>
            </a:r>
            <a:endParaRPr lang="en-US" dirty="0" smtClean="0"/>
          </a:p>
          <a:p>
            <a:pPr marL="342900" indent="-342900">
              <a:buFont typeface="Arial" pitchFamily="34" charset="0"/>
              <a:buChar char="•"/>
            </a:pPr>
            <a:endParaRPr lang="en-IN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sz="2000" i="1" dirty="0" smtClean="0">
                <a:solidFill>
                  <a:schemeClr val="accent1">
                    <a:lumMod val="75000"/>
                  </a:schemeClr>
                </a:solidFill>
              </a:rPr>
              <a:t>     Revenue and customer counts show large variation across companies , </a:t>
            </a:r>
          </a:p>
          <a:p>
            <a:pPr marL="0" indent="0">
              <a:buNone/>
            </a:pPr>
            <a:r>
              <a:rPr lang="en-US" sz="2000" i="1" dirty="0" smtClean="0">
                <a:solidFill>
                  <a:schemeClr val="accent1">
                    <a:lumMod val="75000"/>
                  </a:schemeClr>
                </a:solidFill>
              </a:rPr>
              <a:t>      indicating differences in business size and market reach .</a:t>
            </a:r>
          </a:p>
          <a:p>
            <a:endParaRPr lang="en-IN" sz="2000" dirty="0"/>
          </a:p>
        </p:txBody>
      </p:sp>
      <p:pic>
        <p:nvPicPr>
          <p:cNvPr id="8" name="Content Placeholder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81" y="1556792"/>
            <a:ext cx="6840759" cy="273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0614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299" y="661256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IN" sz="3600" b="1" dirty="0" smtClean="0"/>
              <a:t>Distribution Analysis</a:t>
            </a:r>
            <a:endParaRPr lang="en-IN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/>
          </a:bodyPr>
          <a:lstStyle/>
          <a:p>
            <a:endParaRPr lang="en-IN" sz="1600" dirty="0" smtClean="0"/>
          </a:p>
          <a:p>
            <a:endParaRPr lang="en-IN" sz="1600" dirty="0"/>
          </a:p>
          <a:p>
            <a:endParaRPr lang="en-IN" sz="1600" dirty="0" smtClean="0"/>
          </a:p>
          <a:p>
            <a:endParaRPr lang="en-IN" sz="1600" dirty="0"/>
          </a:p>
          <a:p>
            <a:endParaRPr lang="en-IN" sz="1600" dirty="0" smtClean="0"/>
          </a:p>
          <a:p>
            <a:endParaRPr lang="en-IN" sz="1600" dirty="0"/>
          </a:p>
          <a:p>
            <a:endParaRPr lang="en-IN" sz="1600" dirty="0" smtClean="0"/>
          </a:p>
          <a:p>
            <a:endParaRPr lang="en-IN" sz="1600" dirty="0"/>
          </a:p>
          <a:p>
            <a:endParaRPr lang="en-IN" sz="1600" dirty="0" smtClean="0"/>
          </a:p>
          <a:p>
            <a:pPr marL="0" indent="0">
              <a:buNone/>
            </a:pPr>
            <a:r>
              <a:rPr lang="en-IN" sz="2000" b="1" dirty="0" smtClean="0"/>
              <a:t>Observation:</a:t>
            </a:r>
          </a:p>
          <a:p>
            <a:r>
              <a:rPr lang="en-IN" sz="1600" b="1" i="1" dirty="0" smtClean="0">
                <a:solidFill>
                  <a:schemeClr val="accent1">
                    <a:lumMod val="75000"/>
                  </a:schemeClr>
                </a:solidFill>
              </a:rPr>
              <a:t>Most </a:t>
            </a:r>
            <a:r>
              <a:rPr lang="en-IN" sz="1600" b="1" i="1" dirty="0">
                <a:solidFill>
                  <a:schemeClr val="accent1">
                    <a:lumMod val="75000"/>
                  </a:schemeClr>
                </a:solidFill>
              </a:rPr>
              <a:t>c</a:t>
            </a:r>
            <a:r>
              <a:rPr lang="en-IN" sz="1600" b="1" i="1" dirty="0" smtClean="0">
                <a:solidFill>
                  <a:schemeClr val="accent1">
                    <a:lumMod val="75000"/>
                  </a:schemeClr>
                </a:solidFill>
              </a:rPr>
              <a:t>ompanies fall within moderate ranges.</a:t>
            </a:r>
          </a:p>
          <a:p>
            <a:r>
              <a:rPr lang="en-IN" sz="1600" b="1" i="1" dirty="0" smtClean="0">
                <a:solidFill>
                  <a:schemeClr val="accent1">
                    <a:lumMod val="75000"/>
                  </a:schemeClr>
                </a:solidFill>
              </a:rPr>
              <a:t>Revenue distribution is positively skewed.</a:t>
            </a:r>
          </a:p>
          <a:p>
            <a:r>
              <a:rPr lang="en-IN" sz="1600" b="1" i="1" dirty="0" smtClean="0">
                <a:solidFill>
                  <a:schemeClr val="accent1">
                    <a:lumMod val="75000"/>
                  </a:schemeClr>
                </a:solidFill>
              </a:rPr>
              <a:t>Employee counts vary significantly.</a:t>
            </a:r>
          </a:p>
          <a:p>
            <a:endParaRPr lang="en-IN" sz="1600" i="1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IN" sz="1800" i="1" dirty="0" smtClean="0">
                <a:solidFill>
                  <a:schemeClr val="accent1">
                    <a:lumMod val="75000"/>
                  </a:schemeClr>
                </a:solidFill>
              </a:rPr>
              <a:t>        The distributions indicate that most companies operate at moderate scales, while </a:t>
            </a:r>
          </a:p>
          <a:p>
            <a:pPr marL="0" indent="0">
              <a:buNone/>
            </a:pPr>
            <a:r>
              <a:rPr lang="en-IN" sz="1800" i="1" dirty="0" smtClean="0">
                <a:solidFill>
                  <a:schemeClr val="accent1">
                    <a:lumMod val="75000"/>
                  </a:schemeClr>
                </a:solidFill>
              </a:rPr>
              <a:t>         a few large organizations contribute to extreme values in the datasets .</a:t>
            </a:r>
            <a:endParaRPr lang="en-IN" sz="1800" i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099" y="260648"/>
            <a:ext cx="9144000" cy="4006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9" y="1677060"/>
            <a:ext cx="5068957" cy="266429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2080" y="1389028"/>
            <a:ext cx="3528392" cy="324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967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620688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IN" sz="3600" b="1" dirty="0" smtClean="0"/>
              <a:t>Outlier Analysis using IQR Method</a:t>
            </a:r>
            <a:endParaRPr lang="en-IN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484784"/>
            <a:ext cx="8712968" cy="5030019"/>
          </a:xfrm>
        </p:spPr>
        <p:txBody>
          <a:bodyPr>
            <a:normAutofit/>
          </a:bodyPr>
          <a:lstStyle/>
          <a:p>
            <a:endParaRPr lang="en-IN" sz="1800" dirty="0" smtClean="0"/>
          </a:p>
          <a:p>
            <a:endParaRPr lang="en-IN" sz="1800" dirty="0"/>
          </a:p>
          <a:p>
            <a:endParaRPr lang="en-IN" sz="1800" dirty="0" smtClean="0"/>
          </a:p>
          <a:p>
            <a:endParaRPr lang="en-IN" sz="1800" dirty="0"/>
          </a:p>
          <a:p>
            <a:endParaRPr lang="en-IN" sz="1800" dirty="0" smtClean="0"/>
          </a:p>
          <a:p>
            <a:endParaRPr lang="en-IN" sz="1800" dirty="0"/>
          </a:p>
          <a:p>
            <a:endParaRPr lang="en-IN" sz="1800" dirty="0" smtClean="0"/>
          </a:p>
          <a:p>
            <a:endParaRPr lang="en-IN" sz="1800" dirty="0"/>
          </a:p>
          <a:p>
            <a:endParaRPr lang="en-IN" sz="1800" dirty="0" smtClean="0"/>
          </a:p>
          <a:p>
            <a:pPr marL="0" indent="0">
              <a:buNone/>
            </a:pPr>
            <a:r>
              <a:rPr lang="en-IN" sz="2000" b="1" dirty="0" smtClean="0"/>
              <a:t>Observation:</a:t>
            </a:r>
          </a:p>
          <a:p>
            <a:r>
              <a:rPr lang="en-IN" sz="1600" b="1" dirty="0" smtClean="0">
                <a:solidFill>
                  <a:schemeClr val="accent1">
                    <a:lumMod val="75000"/>
                  </a:schemeClr>
                </a:solidFill>
              </a:rPr>
              <a:t>Outliers were detected using IQR method.</a:t>
            </a:r>
          </a:p>
          <a:p>
            <a:r>
              <a:rPr lang="en-IN" sz="1600" b="1" dirty="0" smtClean="0">
                <a:solidFill>
                  <a:schemeClr val="accent1">
                    <a:lumMod val="75000"/>
                  </a:schemeClr>
                </a:solidFill>
              </a:rPr>
              <a:t>Most observations lie within the normal range.</a:t>
            </a:r>
          </a:p>
          <a:p>
            <a:r>
              <a:rPr lang="en-IN" sz="1600" b="1" dirty="0" smtClean="0">
                <a:solidFill>
                  <a:schemeClr val="accent1">
                    <a:lumMod val="75000"/>
                  </a:schemeClr>
                </a:solidFill>
              </a:rPr>
              <a:t>A few companies operate at significantly larger scales.</a:t>
            </a:r>
            <a:endParaRPr lang="en-IN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IN" sz="1800" i="1" dirty="0" smtClean="0">
                <a:solidFill>
                  <a:schemeClr val="accent1">
                    <a:lumMod val="75000"/>
                  </a:schemeClr>
                </a:solidFill>
              </a:rPr>
              <a:t>Outliers are not data error . They represent genuine large organizations with exceptional business performance.</a:t>
            </a:r>
          </a:p>
          <a:p>
            <a:endParaRPr lang="en-IN" sz="1800" dirty="0"/>
          </a:p>
          <a:p>
            <a:endParaRPr lang="en-IN" sz="1800" dirty="0" smtClean="0"/>
          </a:p>
          <a:p>
            <a:endParaRPr lang="en-IN" sz="1800" dirty="0"/>
          </a:p>
          <a:p>
            <a:endParaRPr lang="en-IN" sz="1800" dirty="0" smtClean="0"/>
          </a:p>
          <a:p>
            <a:endParaRPr lang="en-IN" sz="1800" dirty="0"/>
          </a:p>
        </p:txBody>
      </p:sp>
      <p:sp>
        <p:nvSpPr>
          <p:cNvPr id="4" name="Rectangle 3"/>
          <p:cNvSpPr/>
          <p:nvPr/>
        </p:nvSpPr>
        <p:spPr>
          <a:xfrm>
            <a:off x="7099" y="260648"/>
            <a:ext cx="9144000" cy="4006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556792"/>
            <a:ext cx="5112568" cy="286586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8104" y="1509758"/>
            <a:ext cx="3312367" cy="3647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0232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299" y="494014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IN" sz="3600" b="1" dirty="0" smtClean="0"/>
              <a:t>Bivariate Analysis</a:t>
            </a:r>
            <a:endParaRPr lang="en-IN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299" y="1412776"/>
            <a:ext cx="8229600" cy="5184576"/>
          </a:xfrm>
        </p:spPr>
        <p:txBody>
          <a:bodyPr>
            <a:normAutofit/>
          </a:bodyPr>
          <a:lstStyle/>
          <a:p>
            <a:endParaRPr lang="en-IN" sz="1800" dirty="0" smtClean="0"/>
          </a:p>
          <a:p>
            <a:endParaRPr lang="en-IN" sz="1800" dirty="0"/>
          </a:p>
          <a:p>
            <a:endParaRPr lang="en-IN" sz="1800" dirty="0" smtClean="0"/>
          </a:p>
          <a:p>
            <a:endParaRPr lang="en-IN" sz="1800" dirty="0"/>
          </a:p>
          <a:p>
            <a:endParaRPr lang="en-IN" sz="1800" dirty="0" smtClean="0"/>
          </a:p>
          <a:p>
            <a:endParaRPr lang="en-IN" sz="1800" dirty="0"/>
          </a:p>
          <a:p>
            <a:endParaRPr lang="en-IN" sz="1800" dirty="0" smtClean="0"/>
          </a:p>
          <a:p>
            <a:endParaRPr lang="en-IN" sz="1800" dirty="0"/>
          </a:p>
          <a:p>
            <a:pPr marL="0" indent="0">
              <a:buNone/>
            </a:pPr>
            <a:r>
              <a:rPr lang="en-IN" sz="2000" b="1" dirty="0" smtClean="0"/>
              <a:t>Observations:</a:t>
            </a:r>
          </a:p>
          <a:p>
            <a:r>
              <a:rPr lang="en-IN" sz="1600" b="1" dirty="0" smtClean="0">
                <a:solidFill>
                  <a:schemeClr val="accent1">
                    <a:lumMod val="75000"/>
                  </a:schemeClr>
                </a:solidFill>
              </a:rPr>
              <a:t>Revenue generally increases with company size.</a:t>
            </a:r>
          </a:p>
          <a:p>
            <a:r>
              <a:rPr lang="en-IN" sz="1600" b="1" dirty="0" smtClean="0">
                <a:solidFill>
                  <a:schemeClr val="accent1">
                    <a:lumMod val="75000"/>
                  </a:schemeClr>
                </a:solidFill>
              </a:rPr>
              <a:t>Larger organizations tend to generate higher revenue.</a:t>
            </a:r>
          </a:p>
          <a:p>
            <a:r>
              <a:rPr lang="en-IN" sz="1600" b="1" dirty="0" smtClean="0">
                <a:solidFill>
                  <a:schemeClr val="accent1">
                    <a:lumMod val="75000"/>
                  </a:schemeClr>
                </a:solidFill>
              </a:rPr>
              <a:t>Relationship strength measured using correlation method.</a:t>
            </a:r>
          </a:p>
          <a:p>
            <a:r>
              <a:rPr lang="en-IN" sz="1600" b="1" dirty="0" smtClean="0">
                <a:solidFill>
                  <a:schemeClr val="accent1">
                    <a:lumMod val="75000"/>
                  </a:schemeClr>
                </a:solidFill>
              </a:rPr>
              <a:t>Business performance is influenced by multiple factors.</a:t>
            </a:r>
          </a:p>
          <a:p>
            <a:endParaRPr lang="en-IN" sz="18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IN" sz="1800" i="1" dirty="0" smtClean="0">
                <a:solidFill>
                  <a:schemeClr val="accent1">
                    <a:lumMod val="75000"/>
                  </a:schemeClr>
                </a:solidFill>
              </a:rPr>
              <a:t>Bivariate analysis helps identify how changes in one business variable are associated with another variable.</a:t>
            </a:r>
            <a:endParaRPr lang="en-IN" sz="1800" i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099" y="260648"/>
            <a:ext cx="9144000" cy="4006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964"/>
          <a:stretch/>
        </p:blipFill>
        <p:spPr>
          <a:xfrm>
            <a:off x="395536" y="1326569"/>
            <a:ext cx="4752528" cy="276875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64088" y="1326569"/>
            <a:ext cx="324036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smtClean="0"/>
              <a:t>Purpose :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IN" sz="1600" dirty="0" err="1" smtClean="0"/>
              <a:t>Analyze</a:t>
            </a:r>
            <a:r>
              <a:rPr lang="en-IN" sz="1600" dirty="0" smtClean="0"/>
              <a:t> relationships</a:t>
            </a:r>
          </a:p>
          <a:p>
            <a:endParaRPr lang="en-IN" sz="1600" dirty="0" smtClean="0"/>
          </a:p>
          <a:p>
            <a:pPr marL="342900" indent="-342900">
              <a:buFont typeface="Wingdings" pitchFamily="2" charset="2"/>
              <a:buChar char="Ø"/>
            </a:pPr>
            <a:r>
              <a:rPr lang="en-IN" sz="1600" dirty="0" smtClean="0"/>
              <a:t>Identify trends</a:t>
            </a:r>
          </a:p>
          <a:p>
            <a:endParaRPr lang="en-IN" sz="1600" dirty="0" smtClean="0"/>
          </a:p>
          <a:p>
            <a:pPr marL="342900" indent="-342900">
              <a:buFont typeface="Wingdings" pitchFamily="2" charset="2"/>
              <a:buChar char="Ø"/>
            </a:pPr>
            <a:r>
              <a:rPr lang="en-IN" sz="1600" dirty="0" smtClean="0"/>
              <a:t>Measure correlation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0224392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548680"/>
            <a:ext cx="8229600" cy="864096"/>
          </a:xfrm>
        </p:spPr>
        <p:txBody>
          <a:bodyPr>
            <a:normAutofit/>
          </a:bodyPr>
          <a:lstStyle/>
          <a:p>
            <a:pPr algn="l"/>
            <a:r>
              <a:rPr lang="en-IN" sz="3600" b="1" dirty="0" smtClean="0"/>
              <a:t>Correlation Analysis</a:t>
            </a:r>
            <a:endParaRPr lang="en-IN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1196752"/>
            <a:ext cx="8579296" cy="5616624"/>
          </a:xfrm>
        </p:spPr>
        <p:txBody>
          <a:bodyPr>
            <a:normAutofit/>
          </a:bodyPr>
          <a:lstStyle/>
          <a:p>
            <a:endParaRPr lang="en-IN" sz="1800" dirty="0" smtClean="0"/>
          </a:p>
          <a:p>
            <a:endParaRPr lang="en-IN" sz="1800" dirty="0"/>
          </a:p>
          <a:p>
            <a:endParaRPr lang="en-IN" sz="1800" dirty="0" smtClean="0"/>
          </a:p>
          <a:p>
            <a:endParaRPr lang="en-IN" sz="1800" dirty="0"/>
          </a:p>
          <a:p>
            <a:endParaRPr lang="en-IN" sz="1800" dirty="0" smtClean="0"/>
          </a:p>
          <a:p>
            <a:endParaRPr lang="en-IN" sz="1800" dirty="0"/>
          </a:p>
          <a:p>
            <a:endParaRPr lang="en-IN" sz="1800" dirty="0" smtClean="0"/>
          </a:p>
          <a:p>
            <a:endParaRPr lang="en-IN" sz="1800" dirty="0" smtClean="0"/>
          </a:p>
          <a:p>
            <a:pPr marL="0" indent="0">
              <a:buNone/>
            </a:pPr>
            <a:r>
              <a:rPr lang="en-IN" sz="2000" b="1" dirty="0" smtClean="0"/>
              <a:t>Observations:</a:t>
            </a:r>
          </a:p>
          <a:p>
            <a:r>
              <a:rPr lang="en-IN" sz="1600" b="1" dirty="0" smtClean="0">
                <a:solidFill>
                  <a:schemeClr val="accent1">
                    <a:lumMod val="75000"/>
                  </a:schemeClr>
                </a:solidFill>
              </a:rPr>
              <a:t>Variables show varying levels of correlation.</a:t>
            </a:r>
          </a:p>
          <a:p>
            <a:r>
              <a:rPr lang="en-IN" sz="1600" b="1" dirty="0" smtClean="0">
                <a:solidFill>
                  <a:schemeClr val="accent1">
                    <a:lumMod val="75000"/>
                  </a:schemeClr>
                </a:solidFill>
              </a:rPr>
              <a:t>Some relationships are positive and others are weak.</a:t>
            </a:r>
          </a:p>
          <a:p>
            <a:r>
              <a:rPr lang="en-IN" sz="1600" b="1" dirty="0" smtClean="0">
                <a:solidFill>
                  <a:schemeClr val="accent1">
                    <a:lumMod val="75000"/>
                  </a:schemeClr>
                </a:solidFill>
              </a:rPr>
              <a:t>No single variable explains business performance completely.</a:t>
            </a:r>
          </a:p>
          <a:p>
            <a:r>
              <a:rPr lang="en-IN" sz="1600" b="1" dirty="0" smtClean="0">
                <a:solidFill>
                  <a:schemeClr val="accent1">
                    <a:lumMod val="75000"/>
                  </a:schemeClr>
                </a:solidFill>
              </a:rPr>
              <a:t>Multiple factors influence organizational outcomes.</a:t>
            </a:r>
          </a:p>
          <a:p>
            <a:endParaRPr lang="en-IN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IN" sz="2000" i="1" dirty="0" smtClean="0">
                <a:solidFill>
                  <a:schemeClr val="accent1">
                    <a:lumMod val="75000"/>
                  </a:schemeClr>
                </a:solidFill>
              </a:rPr>
              <a:t>The </a:t>
            </a:r>
            <a:r>
              <a:rPr lang="en-IN" sz="2000" i="1" dirty="0" err="1" smtClean="0">
                <a:solidFill>
                  <a:schemeClr val="accent1">
                    <a:lumMod val="75000"/>
                  </a:schemeClr>
                </a:solidFill>
              </a:rPr>
              <a:t>Heatmap</a:t>
            </a:r>
            <a:r>
              <a:rPr lang="en-IN" sz="2000" i="1" dirty="0" smtClean="0">
                <a:solidFill>
                  <a:schemeClr val="accent1">
                    <a:lumMod val="75000"/>
                  </a:schemeClr>
                </a:solidFill>
              </a:rPr>
              <a:t> provides a complete view of relationships among numerical and helps identify important business drivers.</a:t>
            </a:r>
            <a:endParaRPr lang="en-IN" sz="2000" i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099" y="260648"/>
            <a:ext cx="9144000" cy="4006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196752"/>
            <a:ext cx="4896544" cy="30963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292080" y="1499388"/>
            <a:ext cx="352839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smtClean="0"/>
              <a:t>Correlation Interpretation:</a:t>
            </a:r>
          </a:p>
          <a:p>
            <a:endParaRPr lang="en-IN" sz="2000" b="1" dirty="0" smtClean="0"/>
          </a:p>
          <a:p>
            <a:pPr marL="342900" indent="-342900">
              <a:buFont typeface="Wingdings" pitchFamily="2" charset="2"/>
              <a:buChar char="Ø"/>
            </a:pPr>
            <a:r>
              <a:rPr lang="en-IN" sz="1600" dirty="0" smtClean="0"/>
              <a:t>+1: Strong Positive relationship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IN" sz="1600" dirty="0" smtClean="0"/>
              <a:t> 0 :  No relationship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IN" sz="1600" dirty="0" smtClean="0"/>
              <a:t>-1: Strong negative relationship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8911626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548680"/>
            <a:ext cx="8229600" cy="864096"/>
          </a:xfrm>
        </p:spPr>
        <p:txBody>
          <a:bodyPr>
            <a:normAutofit/>
          </a:bodyPr>
          <a:lstStyle/>
          <a:p>
            <a:pPr algn="l"/>
            <a:r>
              <a:rPr lang="en-IN" sz="3600" b="1" dirty="0" smtClean="0"/>
              <a:t>Multivariate Analysis</a:t>
            </a:r>
            <a:endParaRPr lang="en-IN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400600"/>
          </a:xfrm>
        </p:spPr>
        <p:txBody>
          <a:bodyPr>
            <a:normAutofit lnSpcReduction="10000"/>
          </a:bodyPr>
          <a:lstStyle/>
          <a:p>
            <a:endParaRPr lang="en-IN" sz="2000" b="1" dirty="0" smtClean="0"/>
          </a:p>
          <a:p>
            <a:endParaRPr lang="en-IN" sz="2000" b="1" dirty="0" smtClean="0"/>
          </a:p>
          <a:p>
            <a:endParaRPr lang="en-IN" sz="2000" b="1" dirty="0" smtClean="0"/>
          </a:p>
          <a:p>
            <a:endParaRPr lang="en-IN" sz="2000" b="1" dirty="0" smtClean="0"/>
          </a:p>
          <a:p>
            <a:endParaRPr lang="en-IN" sz="2000" b="1" dirty="0" smtClean="0"/>
          </a:p>
          <a:p>
            <a:endParaRPr lang="en-IN" sz="2000" b="1" dirty="0" smtClean="0"/>
          </a:p>
          <a:p>
            <a:endParaRPr lang="en-IN" sz="2000" b="1" dirty="0" smtClean="0"/>
          </a:p>
          <a:p>
            <a:endParaRPr lang="en-IN" sz="1800" dirty="0"/>
          </a:p>
          <a:p>
            <a:r>
              <a:rPr lang="en-IN" sz="2000" b="1" dirty="0" smtClean="0"/>
              <a:t>Observations:</a:t>
            </a:r>
          </a:p>
          <a:p>
            <a:r>
              <a:rPr lang="en-IN" sz="1600" b="1" dirty="0" smtClean="0">
                <a:solidFill>
                  <a:schemeClr val="accent1">
                    <a:lumMod val="75000"/>
                  </a:schemeClr>
                </a:solidFill>
              </a:rPr>
              <a:t>Industries differ in revenue generation.</a:t>
            </a:r>
          </a:p>
          <a:p>
            <a:r>
              <a:rPr lang="en-IN" sz="1600" b="1" dirty="0" smtClean="0">
                <a:solidFill>
                  <a:schemeClr val="accent1">
                    <a:lumMod val="75000"/>
                  </a:schemeClr>
                </a:solidFill>
              </a:rPr>
              <a:t>Workforce size varies across industries.</a:t>
            </a:r>
          </a:p>
          <a:p>
            <a:r>
              <a:rPr lang="en-IN" sz="1600" b="1" dirty="0" smtClean="0">
                <a:solidFill>
                  <a:schemeClr val="accent1">
                    <a:lumMod val="75000"/>
                  </a:schemeClr>
                </a:solidFill>
              </a:rPr>
              <a:t>Some industries achieve higher revenue with fewer employees.</a:t>
            </a:r>
          </a:p>
          <a:p>
            <a:r>
              <a:rPr lang="en-IN" sz="1600" b="1" dirty="0" smtClean="0">
                <a:solidFill>
                  <a:schemeClr val="accent1">
                    <a:lumMod val="75000"/>
                  </a:schemeClr>
                </a:solidFill>
              </a:rPr>
              <a:t>Business performance depends on multiple factors.</a:t>
            </a:r>
          </a:p>
          <a:p>
            <a:endParaRPr lang="en-IN" sz="1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IN" sz="2000" i="1" dirty="0" smtClean="0">
                <a:solidFill>
                  <a:schemeClr val="accent1">
                    <a:lumMod val="75000"/>
                  </a:schemeClr>
                </a:solidFill>
              </a:rPr>
              <a:t>Multivariate analysis provides a broader understanding of business performance by combining multiple variables in a single analysis.</a:t>
            </a:r>
          </a:p>
        </p:txBody>
      </p:sp>
      <p:sp>
        <p:nvSpPr>
          <p:cNvPr id="4" name="Rectangle 3"/>
          <p:cNvSpPr/>
          <p:nvPr/>
        </p:nvSpPr>
        <p:spPr>
          <a:xfrm>
            <a:off x="7099" y="260648"/>
            <a:ext cx="9144000" cy="4006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80" y="1285190"/>
            <a:ext cx="4819060" cy="27198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76056" y="1484784"/>
            <a:ext cx="3816424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smtClean="0"/>
              <a:t>Purpose:</a:t>
            </a:r>
          </a:p>
          <a:p>
            <a:endParaRPr lang="en-IN" sz="2000" b="1" dirty="0" smtClean="0"/>
          </a:p>
          <a:p>
            <a:pPr marL="342900" indent="-342900">
              <a:buFont typeface="Wingdings" pitchFamily="2" charset="2"/>
              <a:buChar char="Ø"/>
            </a:pPr>
            <a:r>
              <a:rPr lang="en-IN" sz="1600" dirty="0" smtClean="0"/>
              <a:t>Compare multiple business variables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IN" sz="1600" dirty="0" smtClean="0"/>
              <a:t>Identify industry performance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IN" sz="1600" dirty="0" smtClean="0"/>
              <a:t>Evaluate workforce and revenue trends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IN" sz="1600" dirty="0" smtClean="0"/>
              <a:t>Discover deeper business patterns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422714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54868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IN" sz="3600" b="1" dirty="0" smtClean="0"/>
              <a:t>Key Business Insights</a:t>
            </a:r>
            <a:endParaRPr lang="en-IN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64137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2000" b="1" dirty="0" smtClean="0"/>
              <a:t>Revenue:</a:t>
            </a:r>
          </a:p>
          <a:p>
            <a:r>
              <a:rPr lang="en-IN" sz="1800" dirty="0" smtClean="0"/>
              <a:t>Most companies operate at moderate revenue levels.</a:t>
            </a:r>
          </a:p>
          <a:p>
            <a:pPr marL="0" indent="0">
              <a:buNone/>
            </a:pPr>
            <a:r>
              <a:rPr lang="en-IN" sz="2000" b="1" dirty="0" smtClean="0"/>
              <a:t>Workforce:</a:t>
            </a:r>
          </a:p>
          <a:p>
            <a:r>
              <a:rPr lang="en-IN" sz="1800" dirty="0" smtClean="0"/>
              <a:t>Employee counts vary significantly across companies.</a:t>
            </a:r>
          </a:p>
          <a:p>
            <a:pPr marL="0" indent="0">
              <a:buNone/>
            </a:pPr>
            <a:r>
              <a:rPr lang="en-IN" sz="2000" b="1" dirty="0" smtClean="0"/>
              <a:t>Outliers:</a:t>
            </a:r>
          </a:p>
          <a:p>
            <a:r>
              <a:rPr lang="en-IN" sz="1800" dirty="0" smtClean="0"/>
              <a:t>Large organizations appear as genuine outliers.</a:t>
            </a:r>
          </a:p>
          <a:p>
            <a:pPr marL="0" indent="0">
              <a:buNone/>
            </a:pPr>
            <a:r>
              <a:rPr lang="en-IN" sz="2000" b="1" dirty="0" smtClean="0"/>
              <a:t>Industry:</a:t>
            </a:r>
          </a:p>
          <a:p>
            <a:r>
              <a:rPr lang="en-IN" sz="1800" dirty="0" smtClean="0"/>
              <a:t>Business performance differs across industries.</a:t>
            </a:r>
          </a:p>
          <a:p>
            <a:pPr marL="0" indent="0">
              <a:buNone/>
            </a:pPr>
            <a:r>
              <a:rPr lang="en-IN" sz="2000" b="1" dirty="0" smtClean="0"/>
              <a:t>Region:</a:t>
            </a:r>
          </a:p>
          <a:p>
            <a:r>
              <a:rPr lang="en-IN" sz="1800" dirty="0" smtClean="0"/>
              <a:t>Regional variations influence business outcomes.</a:t>
            </a:r>
          </a:p>
          <a:p>
            <a:pPr marL="0" indent="0">
              <a:buNone/>
            </a:pPr>
            <a:r>
              <a:rPr lang="en-IN" sz="2000" b="1" dirty="0" smtClean="0"/>
              <a:t>Relationships:</a:t>
            </a:r>
            <a:endParaRPr lang="en-IN" sz="2200" b="1" dirty="0" smtClean="0"/>
          </a:p>
          <a:p>
            <a:r>
              <a:rPr lang="en-IN" sz="1800" dirty="0" smtClean="0"/>
              <a:t>Multiple factors collectively impact performance.</a:t>
            </a:r>
          </a:p>
          <a:p>
            <a:endParaRPr lang="en-IN" sz="1800" dirty="0" smtClean="0"/>
          </a:p>
          <a:p>
            <a:pPr marL="0" indent="0">
              <a:buNone/>
            </a:pPr>
            <a:r>
              <a:rPr lang="en-IN" sz="1900" i="1" dirty="0" smtClean="0">
                <a:solidFill>
                  <a:schemeClr val="accent1">
                    <a:lumMod val="75000"/>
                  </a:schemeClr>
                </a:solidFill>
              </a:rPr>
              <a:t>EDA  transformed raw company data into meaningful business insights and decision-support information</a:t>
            </a:r>
            <a:r>
              <a:rPr lang="en-IN" sz="1800" dirty="0" smtClean="0"/>
              <a:t>.</a:t>
            </a:r>
            <a:endParaRPr lang="en-IN" sz="1800" dirty="0"/>
          </a:p>
        </p:txBody>
      </p:sp>
      <p:sp>
        <p:nvSpPr>
          <p:cNvPr id="4" name="Rectangle 3"/>
          <p:cNvSpPr/>
          <p:nvPr/>
        </p:nvSpPr>
        <p:spPr>
          <a:xfrm>
            <a:off x="7099" y="260648"/>
            <a:ext cx="9144000" cy="4006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21350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sz="3600" b="1" dirty="0" smtClean="0"/>
              <a:t>Conclusion</a:t>
            </a:r>
            <a:endParaRPr lang="en-IN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ü"/>
            </a:pPr>
            <a:r>
              <a:rPr lang="en-IN" sz="2400" dirty="0" smtClean="0"/>
              <a:t>Data successfully </a:t>
            </a:r>
            <a:r>
              <a:rPr lang="en-IN" sz="2400" dirty="0" err="1" smtClean="0"/>
              <a:t>analyzed</a:t>
            </a:r>
            <a:endParaRPr lang="en-IN" sz="2400" dirty="0" smtClean="0"/>
          </a:p>
          <a:p>
            <a:pPr>
              <a:buFont typeface="Wingdings" pitchFamily="2" charset="2"/>
              <a:buChar char="ü"/>
            </a:pPr>
            <a:r>
              <a:rPr lang="en-IN" sz="2400" dirty="0" smtClean="0"/>
              <a:t>Data quality verified and prepared</a:t>
            </a:r>
          </a:p>
          <a:p>
            <a:pPr>
              <a:buFont typeface="Wingdings" pitchFamily="2" charset="2"/>
              <a:buChar char="ü"/>
            </a:pPr>
            <a:r>
              <a:rPr lang="en-IN" sz="2400" dirty="0" smtClean="0"/>
              <a:t>Patterns and trends identified</a:t>
            </a:r>
          </a:p>
          <a:p>
            <a:pPr>
              <a:buFont typeface="Wingdings" pitchFamily="2" charset="2"/>
              <a:buChar char="ü"/>
            </a:pPr>
            <a:r>
              <a:rPr lang="en-IN" sz="2400" dirty="0" smtClean="0"/>
              <a:t>Relationships between variables explored</a:t>
            </a:r>
          </a:p>
          <a:p>
            <a:pPr>
              <a:buFont typeface="Wingdings" pitchFamily="2" charset="2"/>
              <a:buChar char="ü"/>
            </a:pPr>
            <a:r>
              <a:rPr lang="en-IN" sz="2400" dirty="0" smtClean="0"/>
              <a:t>Business insights generated through EDA</a:t>
            </a:r>
          </a:p>
          <a:p>
            <a:pPr>
              <a:buFont typeface="Wingdings" pitchFamily="2" charset="2"/>
              <a:buChar char="ü"/>
            </a:pPr>
            <a:endParaRPr lang="en-IN" sz="2400" dirty="0"/>
          </a:p>
          <a:p>
            <a:pPr marL="0" indent="0">
              <a:buNone/>
            </a:pPr>
            <a:r>
              <a:rPr lang="en-IN" sz="2400" b="1" i="1" dirty="0" smtClean="0">
                <a:solidFill>
                  <a:schemeClr val="accent1">
                    <a:lumMod val="75000"/>
                  </a:schemeClr>
                </a:solidFill>
              </a:rPr>
              <a:t>EDA successfully transformed ram company data into meaningful insights, helping understand business performance ,trends , and relationships within the industry Dataset.</a:t>
            </a:r>
          </a:p>
          <a:p>
            <a:pPr>
              <a:buFont typeface="Wingdings" pitchFamily="2" charset="2"/>
              <a:buChar char="ü"/>
            </a:pPr>
            <a:endParaRPr lang="en-IN" sz="2400" dirty="0"/>
          </a:p>
          <a:p>
            <a:pPr marL="0" indent="0">
              <a:buNone/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4320955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</TotalTime>
  <Words>537</Words>
  <Application>Microsoft Office PowerPoint</Application>
  <PresentationFormat>On-screen Show (4:3)</PresentationFormat>
  <Paragraphs>191</Paragraphs>
  <Slides>12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Exploratory Data Analysis (EDA)  of Industry Dataset</vt:lpstr>
      <vt:lpstr>Project Overview</vt:lpstr>
      <vt:lpstr>Project Workflow</vt:lpstr>
      <vt:lpstr>Data Inspection &amp; Cleaning</vt:lpstr>
      <vt:lpstr>Descriptive Statistics Summary</vt:lpstr>
      <vt:lpstr>Distribution Analysis</vt:lpstr>
      <vt:lpstr>Outlier Analysis using IQR Method</vt:lpstr>
      <vt:lpstr>Bivariate Analysis</vt:lpstr>
      <vt:lpstr>Correlation Analysis</vt:lpstr>
      <vt:lpstr>Multivariate Analysis</vt:lpstr>
      <vt:lpstr>Key Business Insights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28</cp:revision>
  <dcterms:created xsi:type="dcterms:W3CDTF">2026-06-03T09:30:33Z</dcterms:created>
  <dcterms:modified xsi:type="dcterms:W3CDTF">2026-06-05T06:09:51Z</dcterms:modified>
</cp:coreProperties>
</file>